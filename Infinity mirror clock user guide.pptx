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7546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27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ctrTitle"/>
          </p:nvPr>
        </p:nvSpPr>
        <p:spPr>
          <a:xfrm>
            <a:off x="1143000" y="1125534"/>
            <a:ext cx="6858000" cy="239395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1" compatLnSpc="1">
            <a:noAutofit/>
          </a:bodyPr>
          <a:lstStyle>
            <a:lvl1pPr marL="0" marR="0" lvl="0" indent="0" algn="ctr" fontAlgn="auto">
              <a:spcBef>
                <a:spcPts val="0"/>
              </a:spcBef>
              <a:spcAft>
                <a:spcPts val="0"/>
              </a:spcAft>
              <a:tabLst/>
              <a:defRPr lang="en-US" sz="6000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 txBox="1">
            <a:spLocks noGrp="1"/>
          </p:cNvSpPr>
          <p:nvPr>
            <p:ph type="subTitle" idx="1"/>
          </p:nvPr>
        </p:nvSpPr>
        <p:spPr>
          <a:xfrm>
            <a:off x="1143000" y="3611559"/>
            <a:ext cx="6858000" cy="165894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1" compatLnSpc="1">
            <a:noAutofit/>
          </a:bodyPr>
          <a:lstStyle>
            <a:lvl1pPr marL="0" marR="0" lvl="0" indent="0" algn="ctr" fontAlgn="auto">
              <a:spcAft>
                <a:spcPts val="0"/>
              </a:spcAft>
              <a:buNone/>
              <a:tabLst/>
              <a:defRPr lang="en-US" sz="24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814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28650" y="366710"/>
            <a:ext cx="7886700" cy="1328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628650" y="1830391"/>
            <a:ext cx="7886700" cy="4362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815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23885" y="1714500"/>
            <a:ext cx="7886700" cy="28590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sz="6000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23885" y="4600575"/>
            <a:ext cx="7886700" cy="15049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2400" b="0" i="0" u="none" strike="noStrike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98900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28650" y="366710"/>
            <a:ext cx="7886700" cy="1328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sz="half" idx="1"/>
          </p:nvPr>
        </p:nvSpPr>
        <p:spPr>
          <a:xfrm>
            <a:off x="628650" y="1830391"/>
            <a:ext cx="3867153" cy="4362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sz="half" idx="2"/>
          </p:nvPr>
        </p:nvSpPr>
        <p:spPr>
          <a:xfrm>
            <a:off x="4648196" y="1830391"/>
            <a:ext cx="3867153" cy="43624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60802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30241" y="366710"/>
            <a:ext cx="7886700" cy="1328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30241" y="1685925"/>
            <a:ext cx="3868734" cy="8255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2400" b="1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sz="half" idx="2"/>
          </p:nvPr>
        </p:nvSpPr>
        <p:spPr>
          <a:xfrm>
            <a:off x="630241" y="2511427"/>
            <a:ext cx="3868734" cy="369411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 txBox="1">
            <a:spLocks noGrp="1"/>
          </p:cNvSpPr>
          <p:nvPr>
            <p:ph type="body" sz="quarter" idx="3"/>
          </p:nvPr>
        </p:nvSpPr>
        <p:spPr>
          <a:xfrm>
            <a:off x="4629149" y="1685925"/>
            <a:ext cx="3887791" cy="82550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2400" b="1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sz="quarter" idx="4"/>
          </p:nvPr>
        </p:nvSpPr>
        <p:spPr>
          <a:xfrm>
            <a:off x="4629149" y="2511427"/>
            <a:ext cx="3887791" cy="369411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02269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28650" y="366710"/>
            <a:ext cx="7886700" cy="1328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62082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875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30241" y="458791"/>
            <a:ext cx="2949570" cy="16033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sz="3200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3887791" y="990596"/>
            <a:ext cx="4629149" cy="48847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sz="32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sz="28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sz="24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sz="20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sz="20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>
            <a:off x="630241" y="2062164"/>
            <a:ext cx="2949570" cy="38211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16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8791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30241" y="458791"/>
            <a:ext cx="2949570" cy="160337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sz="3200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3887791" y="990596"/>
            <a:ext cx="4629149" cy="488473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32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sz="half" idx="2"/>
          </p:nvPr>
        </p:nvSpPr>
        <p:spPr>
          <a:xfrm>
            <a:off x="630241" y="2062164"/>
            <a:ext cx="2949570" cy="382111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Aft>
                <a:spcPts val="0"/>
              </a:spcAft>
              <a:buNone/>
              <a:tabLst/>
              <a:defRPr lang="en-US" sz="1600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87565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28650" y="366710"/>
            <a:ext cx="7886700" cy="132873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628650" y="1830391"/>
            <a:ext cx="7886700" cy="4362446"/>
          </a:xfrm>
          <a:prstGeom prst="rect">
            <a:avLst/>
          </a:prstGeom>
          <a:noFill/>
          <a:ln>
            <a:noFill/>
          </a:ln>
        </p:spPr>
        <p:txBody>
          <a:bodyPr vert="eaVert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6359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6543675" y="366710"/>
            <a:ext cx="1971674" cy="5826127"/>
          </a:xfrm>
          <a:prstGeom prst="rect">
            <a:avLst/>
          </a:prstGeom>
          <a:noFill/>
          <a:ln>
            <a:noFill/>
          </a:ln>
        </p:spPr>
        <p:txBody>
          <a:bodyPr vert="eaVert" wrap="square" lIns="91440" tIns="45720" rIns="91440" bIns="45720" anchor="t" anchorCtr="0" compatLnSpc="1">
            <a:noAutofit/>
          </a:bodyPr>
          <a:lstStyle>
            <a:lvl1pPr marL="0" marR="0" lvl="0" indent="0" fontAlgn="auto">
              <a:spcBef>
                <a:spcPts val="0"/>
              </a:spcBef>
              <a:spcAft>
                <a:spcPts val="0"/>
              </a:spcAft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 Ligh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628650" y="366710"/>
            <a:ext cx="5762621" cy="5826127"/>
          </a:xfrm>
          <a:prstGeom prst="rect">
            <a:avLst/>
          </a:prstGeom>
          <a:noFill/>
          <a:ln>
            <a:noFill/>
          </a:ln>
        </p:spPr>
        <p:txBody>
          <a:bodyPr vert="eaVert" wrap="square" lIns="91440" tIns="45720" rIns="91440" bIns="45720" anchor="t" anchorCtr="0" compatLnSpc="1">
            <a:noAutofit/>
          </a:bodyPr>
          <a:lstStyle>
            <a:lvl1pPr marR="0" lvl="0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1pPr>
            <a:lvl2pPr marR="0" lvl="1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2pPr>
            <a:lvl3pPr marR="0" lvl="2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3pPr>
            <a:lvl4pPr marR="0" lvl="3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4pPr>
            <a:lvl5pPr marR="0" lvl="4" fontAlgn="auto">
              <a:spcAft>
                <a:spcPts val="0"/>
              </a:spcAft>
              <a:buSzPct val="100000"/>
              <a:buFont typeface="Arial" pitchFamily="34"/>
              <a:tabLst/>
              <a:defRPr lang="en-US" b="0" i="0" u="none" strike="noStrike" cap="none" spc="0" baseline="0">
                <a:solidFill>
                  <a:srgbClr val="000000"/>
                </a:solidFill>
                <a:uFillTx/>
                <a:latin typeface="Calibri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1476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92" y="5622334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2" name="Pictur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329" y="5564069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9" name="Picture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260" y="2300804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0" name="Picture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906" y="2298472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1" name="Picture 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108" y="4131762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2" name="Picture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53" y="4147325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7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775" y="2371368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6" name="Picture 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496" y="2197495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5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560" y="223415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4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656" y="108795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576" y="118469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3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4880" y="128592"/>
            <a:ext cx="314352" cy="34706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2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9627" y="685425"/>
            <a:ext cx="381204" cy="42087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1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505" y="2456270"/>
            <a:ext cx="381204" cy="420870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" name="U-Turn Arrow 60"/>
          <p:cNvSpPr/>
          <p:nvPr/>
        </p:nvSpPr>
        <p:spPr>
          <a:xfrm rot="5399996" flipH="1">
            <a:off x="4303407" y="4436665"/>
            <a:ext cx="1030309" cy="2495626"/>
          </a:xfrm>
          <a:custGeom>
            <a:avLst>
              <a:gd name="f14" fmla="val 11000"/>
              <a:gd name="f15" fmla="val 13792"/>
              <a:gd name="f16" fmla="val 15628"/>
              <a:gd name="f17" fmla="val 34389"/>
              <a:gd name="f18" fmla="val 100000"/>
            </a:avLst>
            <a:gdLst>
              <a:gd name="f5" fmla="val 10800000"/>
              <a:gd name="f6" fmla="val 5400000"/>
              <a:gd name="f7" fmla="val 16200000"/>
              <a:gd name="f8" fmla="val 180"/>
              <a:gd name="f9" fmla="val w"/>
              <a:gd name="f10" fmla="val h"/>
              <a:gd name="f11" fmla="val ss"/>
              <a:gd name="f12" fmla="val 0"/>
              <a:gd name="f13" fmla="+- 0 0 5400000"/>
              <a:gd name="f14" fmla="val 11000"/>
              <a:gd name="f15" fmla="val 13792"/>
              <a:gd name="f16" fmla="val 15628"/>
              <a:gd name="f17" fmla="val 34389"/>
              <a:gd name="f18" fmla="val 100000"/>
              <a:gd name="f19" fmla="+- 0 0 -180"/>
              <a:gd name="f20" fmla="+- 0 0 -90"/>
              <a:gd name="f21" fmla="+- 0 0 -360"/>
              <a:gd name="f22" fmla="abs f9"/>
              <a:gd name="f23" fmla="abs f10"/>
              <a:gd name="f24" fmla="abs f11"/>
              <a:gd name="f25" fmla="val f12"/>
              <a:gd name="f26" fmla="val f15"/>
              <a:gd name="f27" fmla="val f14"/>
              <a:gd name="f28" fmla="val f16"/>
              <a:gd name="f29" fmla="val f18"/>
              <a:gd name="f30" fmla="val f17"/>
              <a:gd name="f31" fmla="*/ f19 f5 1"/>
              <a:gd name="f32" fmla="*/ f20 f5 1"/>
              <a:gd name="f33" fmla="*/ f21 f5 1"/>
              <a:gd name="f34" fmla="?: f22 f9 1"/>
              <a:gd name="f35" fmla="?: f23 f10 1"/>
              <a:gd name="f36" fmla="?: f24 f11 1"/>
              <a:gd name="f37" fmla="*/ f31 1 f8"/>
              <a:gd name="f38" fmla="*/ f32 1 f8"/>
              <a:gd name="f39" fmla="*/ f33 1 f8"/>
              <a:gd name="f40" fmla="*/ f34 1 21600"/>
              <a:gd name="f41" fmla="*/ f35 1 21600"/>
              <a:gd name="f42" fmla="*/ 21600 f34 1"/>
              <a:gd name="f43" fmla="*/ 21600 f35 1"/>
              <a:gd name="f44" fmla="+- f37 0 f6"/>
              <a:gd name="f45" fmla="+- f38 0 f6"/>
              <a:gd name="f46" fmla="+- f39 0 f6"/>
              <a:gd name="f47" fmla="min f41 f40"/>
              <a:gd name="f48" fmla="*/ f42 1 f36"/>
              <a:gd name="f49" fmla="*/ f43 1 f36"/>
              <a:gd name="f50" fmla="val f48"/>
              <a:gd name="f51" fmla="val f49"/>
              <a:gd name="f52" fmla="*/ f25 f47 1"/>
              <a:gd name="f53" fmla="+- f51 0 f25"/>
              <a:gd name="f54" fmla="+- f50 0 f25"/>
              <a:gd name="f55" fmla="*/ f50 f47 1"/>
              <a:gd name="f56" fmla="*/ f51 f47 1"/>
              <a:gd name="f57" fmla="min f54 f53"/>
              <a:gd name="f58" fmla="*/ f53 f29 1"/>
              <a:gd name="f59" fmla="*/ f57 f27 1"/>
              <a:gd name="f60" fmla="*/ f57 f26 1"/>
              <a:gd name="f61" fmla="*/ f58 1 100000"/>
              <a:gd name="f62" fmla="*/ f57 f28 1"/>
              <a:gd name="f63" fmla="*/ f57 f30 1"/>
              <a:gd name="f64" fmla="*/ f59 1 100000"/>
              <a:gd name="f65" fmla="*/ f60 1 100000"/>
              <a:gd name="f66" fmla="*/ f62 1 100000"/>
              <a:gd name="f67" fmla="*/ f63 1 100000"/>
              <a:gd name="f68" fmla="*/ f61 f47 1"/>
              <a:gd name="f69" fmla="*/ f64 1 2"/>
              <a:gd name="f70" fmla="+- f61 0 f66"/>
              <a:gd name="f71" fmla="+- f67 0 f64"/>
              <a:gd name="f72" fmla="+- f50 0 f65"/>
              <a:gd name="f73" fmla="*/ f67 f47 1"/>
              <a:gd name="f74" fmla="*/ f64 f47 1"/>
              <a:gd name="f75" fmla="+- f65 0 f69"/>
              <a:gd name="f76" fmla="max f71 0"/>
              <a:gd name="f77" fmla="+- f72 0 f65"/>
              <a:gd name="f78" fmla="*/ f70 f47 1"/>
              <a:gd name="f79" fmla="*/ f72 f47 1"/>
              <a:gd name="f80" fmla="*/ f69 f47 1"/>
              <a:gd name="f81" fmla="+- f50 0 f75"/>
              <a:gd name="f82" fmla="+- f64 f76 0"/>
              <a:gd name="f83" fmla="+- f77 f75 0"/>
              <a:gd name="f84" fmla="*/ f77 f47 1"/>
              <a:gd name="f85" fmla="*/ f76 f47 1"/>
              <a:gd name="f86" fmla="+- f81 0 f67"/>
              <a:gd name="f87" fmla="+- f64 f83 0"/>
              <a:gd name="f88" fmla="*/ f81 f47 1"/>
              <a:gd name="f89" fmla="*/ f83 f47 1"/>
              <a:gd name="f90" fmla="*/ f82 f47 1"/>
              <a:gd name="f91" fmla="*/ f87 1 2"/>
              <a:gd name="f92" fmla="*/ f86 f47 1"/>
              <a:gd name="f93" fmla="*/ f91 f4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84" y="f78"/>
              </a:cxn>
              <a:cxn ang="f44">
                <a:pos x="f79" y="f68"/>
              </a:cxn>
              <a:cxn ang="f45">
                <a:pos x="f55" y="f78"/>
              </a:cxn>
              <a:cxn ang="f46">
                <a:pos x="f93" y="f52"/>
              </a:cxn>
              <a:cxn ang="f44">
                <a:pos x="f80" y="f56"/>
              </a:cxn>
            </a:cxnLst>
            <a:rect l="f52" t="f52" r="f55" b="f56"/>
            <a:pathLst>
              <a:path>
                <a:moveTo>
                  <a:pt x="f52" y="f56"/>
                </a:moveTo>
                <a:lnTo>
                  <a:pt x="f52" y="f73"/>
                </a:lnTo>
                <a:arcTo wR="f73" hR="f73" stAng="f5" swAng="f6"/>
                <a:lnTo>
                  <a:pt x="f92" y="f52"/>
                </a:lnTo>
                <a:arcTo wR="f73" hR="f73" stAng="f7" swAng="f6"/>
                <a:lnTo>
                  <a:pt x="f88" y="f78"/>
                </a:lnTo>
                <a:lnTo>
                  <a:pt x="f55" y="f78"/>
                </a:lnTo>
                <a:lnTo>
                  <a:pt x="f79" y="f68"/>
                </a:lnTo>
                <a:lnTo>
                  <a:pt x="f84" y="f78"/>
                </a:lnTo>
                <a:lnTo>
                  <a:pt x="f89" y="f78"/>
                </a:lnTo>
                <a:lnTo>
                  <a:pt x="f89" y="f90"/>
                </a:lnTo>
                <a:arcTo wR="f85" hR="f85" stAng="f12" swAng="f13"/>
                <a:lnTo>
                  <a:pt x="f90" y="f74"/>
                </a:lnTo>
                <a:arcTo wR="f85" hR="f85" stAng="f7" swAng="f13"/>
                <a:lnTo>
                  <a:pt x="f74" y="f56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3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7860" y="5270501"/>
            <a:ext cx="386818" cy="42707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urved Down Arrow 18"/>
          <p:cNvSpPr/>
          <p:nvPr/>
        </p:nvSpPr>
        <p:spPr>
          <a:xfrm rot="19113993" flipH="1">
            <a:off x="1732108" y="5280155"/>
            <a:ext cx="716002" cy="306589"/>
          </a:xfrm>
          <a:custGeom>
            <a:avLst>
              <a:gd name="f12" fmla="val 25000"/>
              <a:gd name="f13" fmla="val 50000"/>
              <a:gd name="f14" fmla="val 25000"/>
            </a:avLst>
            <a:gdLst>
              <a:gd name="f3" fmla="val 10800000"/>
              <a:gd name="f4" fmla="val 5400000"/>
              <a:gd name="f5" fmla="val 16200000"/>
              <a:gd name="f6" fmla="val 180"/>
              <a:gd name="f7" fmla="val w"/>
              <a:gd name="f8" fmla="val h"/>
              <a:gd name="f9" fmla="val ss"/>
              <a:gd name="f10" fmla="val 0"/>
              <a:gd name="f11" fmla="*/ 5419351 1 1725033"/>
              <a:gd name="f12" fmla="val 25000"/>
              <a:gd name="f13" fmla="val 50000"/>
              <a:gd name="f14" fmla="val 25000"/>
              <a:gd name="f15" fmla="+- 0 0 -360"/>
              <a:gd name="f16" fmla="+- 0 0 -180"/>
              <a:gd name="f17" fmla="+- 0 0 -90"/>
              <a:gd name="f18" fmla="abs f7"/>
              <a:gd name="f19" fmla="abs f8"/>
              <a:gd name="f20" fmla="abs f9"/>
              <a:gd name="f21" fmla="val f10"/>
              <a:gd name="f22" fmla="val f13"/>
              <a:gd name="f23" fmla="val f12"/>
              <a:gd name="f24" fmla="*/ f15 f3 1"/>
              <a:gd name="f25" fmla="*/ f16 f3 1"/>
              <a:gd name="f26" fmla="*/ f17 f3 1"/>
              <a:gd name="f27" fmla="?: f18 f7 1"/>
              <a:gd name="f28" fmla="?: f19 f8 1"/>
              <a:gd name="f29" fmla="?: f20 f9 1"/>
              <a:gd name="f30" fmla="*/ f24 1 f6"/>
              <a:gd name="f31" fmla="*/ f25 1 f6"/>
              <a:gd name="f32" fmla="*/ f26 1 f6"/>
              <a:gd name="f33" fmla="*/ f27 1 21600"/>
              <a:gd name="f34" fmla="*/ f28 1 21600"/>
              <a:gd name="f35" fmla="*/ 21600 f27 1"/>
              <a:gd name="f36" fmla="*/ 21600 f28 1"/>
              <a:gd name="f37" fmla="+- f30 0 f4"/>
              <a:gd name="f38" fmla="+- f31 0 f4"/>
              <a:gd name="f39" fmla="+- f32 0 f4"/>
              <a:gd name="f40" fmla="min f34 f33"/>
              <a:gd name="f41" fmla="*/ f35 1 f29"/>
              <a:gd name="f42" fmla="*/ f36 1 f29"/>
              <a:gd name="f43" fmla="val f41"/>
              <a:gd name="f44" fmla="val f42"/>
              <a:gd name="f45" fmla="*/ f21 f40 1"/>
              <a:gd name="f46" fmla="+- f44 0 f21"/>
              <a:gd name="f47" fmla="+- f43 0 f21"/>
              <a:gd name="f48" fmla="*/ f43 f40 1"/>
              <a:gd name="f49" fmla="*/ f44 f40 1"/>
              <a:gd name="f50" fmla="*/ f47 1 2"/>
              <a:gd name="f51" fmla="min f47 f46"/>
              <a:gd name="f52" fmla="*/ f46 f46 1"/>
              <a:gd name="f53" fmla="*/ f46 f40 1"/>
              <a:gd name="f54" fmla="*/ f51 f23 1"/>
              <a:gd name="f55" fmla="*/ f51 f22 1"/>
              <a:gd name="f56" fmla="*/ f51 f14 1"/>
              <a:gd name="f57" fmla="*/ f54 1 100000"/>
              <a:gd name="f58" fmla="*/ f55 1 100000"/>
              <a:gd name="f59" fmla="*/ f56 1 100000"/>
              <a:gd name="f60" fmla="+- f57 f58 0"/>
              <a:gd name="f61" fmla="*/ f57 f57 1"/>
              <a:gd name="f62" fmla="*/ f59 f59 1"/>
              <a:gd name="f63" fmla="+- f58 0 f57"/>
              <a:gd name="f64" fmla="*/ f58 1 2"/>
              <a:gd name="f65" fmla="+- f44 0 f59"/>
              <a:gd name="f66" fmla="+- 0 0 f59"/>
              <a:gd name="f67" fmla="*/ f57 1 2"/>
              <a:gd name="f68" fmla="*/ f60 1 4"/>
              <a:gd name="f69" fmla="+- f52 0 f62"/>
              <a:gd name="f70" fmla="*/ f63 1 2"/>
              <a:gd name="f71" fmla="+- f43 0 f64"/>
              <a:gd name="f72" fmla="+- 0 0 f66"/>
              <a:gd name="f73" fmla="+- 0 0 f67"/>
              <a:gd name="f74" fmla="*/ f65 f40 1"/>
              <a:gd name="f75" fmla="*/ f67 f40 1"/>
              <a:gd name="f76" fmla="+- f50 0 f68"/>
              <a:gd name="f77" fmla="sqrt f69"/>
              <a:gd name="f78" fmla="+- 0 0 f73"/>
              <a:gd name="f79" fmla="*/ f71 f40 1"/>
              <a:gd name="f80" fmla="*/ f76 2 1"/>
              <a:gd name="f81" fmla="+- f76 f57 0"/>
              <a:gd name="f82" fmla="*/ f77 f76 1"/>
              <a:gd name="f83" fmla="*/ f76 f40 1"/>
              <a:gd name="f84" fmla="*/ f80 f80 1"/>
              <a:gd name="f85" fmla="*/ f82 1 f46"/>
              <a:gd name="f86" fmla="+- f76 f81 0"/>
              <a:gd name="f87" fmla="*/ f81 f40 1"/>
              <a:gd name="f88" fmla="+- f84 0 f61"/>
              <a:gd name="f89" fmla="+- f76 f85 0"/>
              <a:gd name="f90" fmla="+- f81 f85 0"/>
              <a:gd name="f91" fmla="+- 0 0 f85"/>
              <a:gd name="f92" fmla="*/ f86 1 2"/>
              <a:gd name="f93" fmla="sqrt f88"/>
              <a:gd name="f94" fmla="+- f89 0 f70"/>
              <a:gd name="f95" fmla="+- f90 f70 0"/>
              <a:gd name="f96" fmla="+- 0 0 f91"/>
              <a:gd name="f97" fmla="*/ f89 f40 1"/>
              <a:gd name="f98" fmla="*/ f92 f40 1"/>
              <a:gd name="f99" fmla="*/ f93 f46 1"/>
              <a:gd name="f100" fmla="at2 f72 f96"/>
              <a:gd name="f101" fmla="*/ f94 f40 1"/>
              <a:gd name="f102" fmla="*/ f95 f40 1"/>
              <a:gd name="f103" fmla="*/ f99 1 f80"/>
              <a:gd name="f104" fmla="+- f100 f4 0"/>
              <a:gd name="f105" fmla="*/ f104 f11 1"/>
              <a:gd name="f106" fmla="+- f44 0 f103"/>
              <a:gd name="f107" fmla="+- 0 0 f103"/>
              <a:gd name="f108" fmla="*/ f105 1 f3"/>
              <a:gd name="f109" fmla="+- 0 0 f107"/>
              <a:gd name="f110" fmla="*/ f106 f40 1"/>
              <a:gd name="f111" fmla="+- 0 0 f108"/>
              <a:gd name="f112" fmla="at2 f109 f78"/>
              <a:gd name="f113" fmla="val f111"/>
              <a:gd name="f114" fmla="+- f112 f4 0"/>
              <a:gd name="f115" fmla="+- 0 0 f113"/>
              <a:gd name="f116" fmla="*/ f114 f11 1"/>
              <a:gd name="f117" fmla="*/ f115 f3 1"/>
              <a:gd name="f118" fmla="*/ f116 1 f3"/>
              <a:gd name="f119" fmla="*/ f117 1 f11"/>
              <a:gd name="f120" fmla="+- 0 0 f118"/>
              <a:gd name="f121" fmla="+- f119 0 f4"/>
              <a:gd name="f122" fmla="val f120"/>
              <a:gd name="f123" fmla="+- 0 0 f121"/>
              <a:gd name="f124" fmla="+- 0 0 f122"/>
              <a:gd name="f125" fmla="+- f5 f121 0"/>
              <a:gd name="f126" fmla="*/ f124 f3 1"/>
              <a:gd name="f127" fmla="*/ f126 1 f11"/>
              <a:gd name="f128" fmla="+- f127 0 f4"/>
              <a:gd name="f129" fmla="+- f5 0 f128"/>
              <a:gd name="f130" fmla="+- f128 0 f4"/>
              <a:gd name="f131" fmla="+- f4 f128 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7">
                <a:pos x="f98" y="f45"/>
              </a:cxn>
              <a:cxn ang="f38">
                <a:pos x="f75" y="f49"/>
              </a:cxn>
              <a:cxn ang="f38">
                <a:pos x="f101" y="f74"/>
              </a:cxn>
              <a:cxn ang="f38">
                <a:pos x="f79" y="f49"/>
              </a:cxn>
              <a:cxn ang="f39">
                <a:pos x="f102" y="f74"/>
              </a:cxn>
            </a:cxnLst>
            <a:rect l="f45" t="f45" r="f48" b="f49"/>
            <a:pathLst>
              <a:path stroke="0">
                <a:moveTo>
                  <a:pt x="f79" y="f49"/>
                </a:moveTo>
                <a:lnTo>
                  <a:pt x="f101" y="f74"/>
                </a:lnTo>
                <a:lnTo>
                  <a:pt x="f97" y="f74"/>
                </a:lnTo>
                <a:arcTo wR="f83" hR="f53" stAng="f125" swAng="f123"/>
                <a:lnTo>
                  <a:pt x="f87" y="f45"/>
                </a:lnTo>
                <a:arcTo wR="f83" hR="f53" stAng="f5" swAng="f121"/>
                <a:lnTo>
                  <a:pt x="f102" y="f74"/>
                </a:lnTo>
                <a:close/>
              </a:path>
              <a:path stroke="0">
                <a:moveTo>
                  <a:pt x="f98" y="f110"/>
                </a:moveTo>
                <a:arcTo wR="f83" hR="f53" stAng="f129" swAng="f130"/>
                <a:lnTo>
                  <a:pt x="f45" y="f49"/>
                </a:lnTo>
                <a:arcTo wR="f83" hR="f53" stAng="f3" swAng="f131"/>
                <a:close/>
              </a:path>
              <a:path fill="none">
                <a:moveTo>
                  <a:pt x="f98" y="f110"/>
                </a:moveTo>
                <a:arcTo wR="f83" hR="f53" stAng="f129" swAng="f130"/>
                <a:lnTo>
                  <a:pt x="f45" y="f49"/>
                </a:lnTo>
                <a:arcTo wR="f83" hR="f53" stAng="f3" swAng="f4"/>
                <a:lnTo>
                  <a:pt x="f87" y="f45"/>
                </a:lnTo>
                <a:arcTo wR="f83" hR="f53" stAng="f5" swAng="f121"/>
                <a:lnTo>
                  <a:pt x="f102" y="f74"/>
                </a:lnTo>
                <a:lnTo>
                  <a:pt x="f79" y="f49"/>
                </a:lnTo>
                <a:lnTo>
                  <a:pt x="f101" y="f74"/>
                </a:lnTo>
                <a:lnTo>
                  <a:pt x="f97" y="f74"/>
                </a:lnTo>
                <a:arcTo wR="f83" hR="f53" stAng="f125" swAng="f123"/>
              </a:path>
            </a:pathLst>
          </a:custGeom>
          <a:solidFill>
            <a:srgbClr val="70AD47"/>
          </a:solidFill>
          <a:ln w="12701" cap="flat">
            <a:solidFill>
              <a:srgbClr val="507E3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Down Arrow 26"/>
          <p:cNvSpPr/>
          <p:nvPr/>
        </p:nvSpPr>
        <p:spPr>
          <a:xfrm rot="18858379">
            <a:off x="3363667" y="5448720"/>
            <a:ext cx="246403" cy="385218"/>
          </a:xfrm>
          <a:custGeom>
            <a:avLst>
              <a:gd name="f0" fmla="val 14692"/>
              <a:gd name="f1" fmla="val 54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0"/>
              <a:gd name="f8" fmla="val 21600"/>
              <a:gd name="f9" fmla="val 10800"/>
              <a:gd name="f10" fmla="+- 0 0 -270"/>
              <a:gd name="f11" fmla="+- 0 0 -90"/>
              <a:gd name="f12" fmla="*/ f5 1 21600"/>
              <a:gd name="f13" fmla="*/ f6 1 21600"/>
              <a:gd name="f14" fmla="pin 0 f1 10800"/>
              <a:gd name="f15" fmla="pin 0 f0 21600"/>
              <a:gd name="f16" fmla="*/ f10 f2 1"/>
              <a:gd name="f17" fmla="*/ f11 f2 1"/>
              <a:gd name="f18" fmla="val f14"/>
              <a:gd name="f19" fmla="val f15"/>
              <a:gd name="f20" fmla="+- 21600 0 f14"/>
              <a:gd name="f21" fmla="*/ f14 f12 1"/>
              <a:gd name="f22" fmla="*/ f15 f13 1"/>
              <a:gd name="f23" fmla="*/ 0 f13 1"/>
              <a:gd name="f24" fmla="*/ 0 f12 1"/>
              <a:gd name="f25" fmla="*/ f16 1 f4"/>
              <a:gd name="f26" fmla="*/ 21600 f12 1"/>
              <a:gd name="f27" fmla="*/ f17 1 f4"/>
              <a:gd name="f28" fmla="+- 21600 0 f19"/>
              <a:gd name="f29" fmla="*/ f18 f12 1"/>
              <a:gd name="f30" fmla="*/ f20 f12 1"/>
              <a:gd name="f31" fmla="*/ f19 f13 1"/>
              <a:gd name="f32" fmla="+- f25 0 f3"/>
              <a:gd name="f33" fmla="+- f27 0 f3"/>
              <a:gd name="f34" fmla="*/ f28 f18 1"/>
              <a:gd name="f35" fmla="*/ f34 1 10800"/>
              <a:gd name="f36" fmla="+- f19 f35 0"/>
              <a:gd name="f37" fmla="*/ f36 f13 1"/>
            </a:gdLst>
            <a:ahLst>
              <a:ahXY gdRefX="f1" minX="f7" maxX="f9" gdRefY="f0" minY="f7" maxY="f8">
                <a:pos x="f21" y="f22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2">
                <a:pos x="f24" y="f31"/>
              </a:cxn>
              <a:cxn ang="f33">
                <a:pos x="f26" y="f31"/>
              </a:cxn>
            </a:cxnLst>
            <a:rect l="f29" t="f23" r="f30" b="f37"/>
            <a:pathLst>
              <a:path w="21600" h="21600">
                <a:moveTo>
                  <a:pt x="f18" y="f7"/>
                </a:moveTo>
                <a:lnTo>
                  <a:pt x="f18" y="f19"/>
                </a:lnTo>
                <a:lnTo>
                  <a:pt x="f7" y="f19"/>
                </a:lnTo>
                <a:lnTo>
                  <a:pt x="f9" y="f8"/>
                </a:lnTo>
                <a:lnTo>
                  <a:pt x="f8" y="f19"/>
                </a:lnTo>
                <a:lnTo>
                  <a:pt x="f20" y="f19"/>
                </a:lnTo>
                <a:lnTo>
                  <a:pt x="f20" y="f7"/>
                </a:lnTo>
                <a:close/>
              </a:path>
            </a:pathLst>
          </a:custGeom>
          <a:solidFill>
            <a:srgbClr val="FF3399"/>
          </a:solidFill>
          <a:ln w="12701" cap="flat">
            <a:solidFill>
              <a:srgbClr val="AE5A2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Curved Down Arrow 17"/>
          <p:cNvSpPr/>
          <p:nvPr/>
        </p:nvSpPr>
        <p:spPr>
          <a:xfrm rot="8277407" flipH="1" flipV="1">
            <a:off x="4442834" y="2408446"/>
            <a:ext cx="997153" cy="494077"/>
          </a:xfrm>
          <a:custGeom>
            <a:avLst>
              <a:gd name="f12" fmla="val 25000"/>
              <a:gd name="f13" fmla="val 50000"/>
              <a:gd name="f14" fmla="val 25000"/>
            </a:avLst>
            <a:gdLst>
              <a:gd name="f3" fmla="val 10800000"/>
              <a:gd name="f4" fmla="val 5400000"/>
              <a:gd name="f5" fmla="val 16200000"/>
              <a:gd name="f6" fmla="val 180"/>
              <a:gd name="f7" fmla="val w"/>
              <a:gd name="f8" fmla="val h"/>
              <a:gd name="f9" fmla="val ss"/>
              <a:gd name="f10" fmla="val 0"/>
              <a:gd name="f11" fmla="*/ 5419351 1 1725033"/>
              <a:gd name="f12" fmla="val 25000"/>
              <a:gd name="f13" fmla="val 50000"/>
              <a:gd name="f14" fmla="val 25000"/>
              <a:gd name="f15" fmla="+- 0 0 -360"/>
              <a:gd name="f16" fmla="+- 0 0 -180"/>
              <a:gd name="f17" fmla="+- 0 0 -90"/>
              <a:gd name="f18" fmla="abs f7"/>
              <a:gd name="f19" fmla="abs f8"/>
              <a:gd name="f20" fmla="abs f9"/>
              <a:gd name="f21" fmla="val f10"/>
              <a:gd name="f22" fmla="val f13"/>
              <a:gd name="f23" fmla="val f12"/>
              <a:gd name="f24" fmla="*/ f15 f3 1"/>
              <a:gd name="f25" fmla="*/ f16 f3 1"/>
              <a:gd name="f26" fmla="*/ f17 f3 1"/>
              <a:gd name="f27" fmla="?: f18 f7 1"/>
              <a:gd name="f28" fmla="?: f19 f8 1"/>
              <a:gd name="f29" fmla="?: f20 f9 1"/>
              <a:gd name="f30" fmla="*/ f24 1 f6"/>
              <a:gd name="f31" fmla="*/ f25 1 f6"/>
              <a:gd name="f32" fmla="*/ f26 1 f6"/>
              <a:gd name="f33" fmla="*/ f27 1 21600"/>
              <a:gd name="f34" fmla="*/ f28 1 21600"/>
              <a:gd name="f35" fmla="*/ 21600 f27 1"/>
              <a:gd name="f36" fmla="*/ 21600 f28 1"/>
              <a:gd name="f37" fmla="+- f30 0 f4"/>
              <a:gd name="f38" fmla="+- f31 0 f4"/>
              <a:gd name="f39" fmla="+- f32 0 f4"/>
              <a:gd name="f40" fmla="min f34 f33"/>
              <a:gd name="f41" fmla="*/ f35 1 f29"/>
              <a:gd name="f42" fmla="*/ f36 1 f29"/>
              <a:gd name="f43" fmla="val f41"/>
              <a:gd name="f44" fmla="val f42"/>
              <a:gd name="f45" fmla="*/ f21 f40 1"/>
              <a:gd name="f46" fmla="+- f44 0 f21"/>
              <a:gd name="f47" fmla="+- f43 0 f21"/>
              <a:gd name="f48" fmla="*/ f43 f40 1"/>
              <a:gd name="f49" fmla="*/ f44 f40 1"/>
              <a:gd name="f50" fmla="*/ f47 1 2"/>
              <a:gd name="f51" fmla="min f47 f46"/>
              <a:gd name="f52" fmla="*/ f46 f46 1"/>
              <a:gd name="f53" fmla="*/ f46 f40 1"/>
              <a:gd name="f54" fmla="*/ f51 f23 1"/>
              <a:gd name="f55" fmla="*/ f51 f22 1"/>
              <a:gd name="f56" fmla="*/ f51 f14 1"/>
              <a:gd name="f57" fmla="*/ f54 1 100000"/>
              <a:gd name="f58" fmla="*/ f55 1 100000"/>
              <a:gd name="f59" fmla="*/ f56 1 100000"/>
              <a:gd name="f60" fmla="+- f57 f58 0"/>
              <a:gd name="f61" fmla="*/ f57 f57 1"/>
              <a:gd name="f62" fmla="*/ f59 f59 1"/>
              <a:gd name="f63" fmla="+- f58 0 f57"/>
              <a:gd name="f64" fmla="*/ f58 1 2"/>
              <a:gd name="f65" fmla="+- f44 0 f59"/>
              <a:gd name="f66" fmla="+- 0 0 f59"/>
              <a:gd name="f67" fmla="*/ f57 1 2"/>
              <a:gd name="f68" fmla="*/ f60 1 4"/>
              <a:gd name="f69" fmla="+- f52 0 f62"/>
              <a:gd name="f70" fmla="*/ f63 1 2"/>
              <a:gd name="f71" fmla="+- f43 0 f64"/>
              <a:gd name="f72" fmla="+- 0 0 f66"/>
              <a:gd name="f73" fmla="+- 0 0 f67"/>
              <a:gd name="f74" fmla="*/ f65 f40 1"/>
              <a:gd name="f75" fmla="*/ f67 f40 1"/>
              <a:gd name="f76" fmla="+- f50 0 f68"/>
              <a:gd name="f77" fmla="sqrt f69"/>
              <a:gd name="f78" fmla="+- 0 0 f73"/>
              <a:gd name="f79" fmla="*/ f71 f40 1"/>
              <a:gd name="f80" fmla="*/ f76 2 1"/>
              <a:gd name="f81" fmla="+- f76 f57 0"/>
              <a:gd name="f82" fmla="*/ f77 f76 1"/>
              <a:gd name="f83" fmla="*/ f76 f40 1"/>
              <a:gd name="f84" fmla="*/ f80 f80 1"/>
              <a:gd name="f85" fmla="*/ f82 1 f46"/>
              <a:gd name="f86" fmla="+- f76 f81 0"/>
              <a:gd name="f87" fmla="*/ f81 f40 1"/>
              <a:gd name="f88" fmla="+- f84 0 f61"/>
              <a:gd name="f89" fmla="+- f76 f85 0"/>
              <a:gd name="f90" fmla="+- f81 f85 0"/>
              <a:gd name="f91" fmla="+- 0 0 f85"/>
              <a:gd name="f92" fmla="*/ f86 1 2"/>
              <a:gd name="f93" fmla="sqrt f88"/>
              <a:gd name="f94" fmla="+- f89 0 f70"/>
              <a:gd name="f95" fmla="+- f90 f70 0"/>
              <a:gd name="f96" fmla="+- 0 0 f91"/>
              <a:gd name="f97" fmla="*/ f89 f40 1"/>
              <a:gd name="f98" fmla="*/ f92 f40 1"/>
              <a:gd name="f99" fmla="*/ f93 f46 1"/>
              <a:gd name="f100" fmla="at2 f72 f96"/>
              <a:gd name="f101" fmla="*/ f94 f40 1"/>
              <a:gd name="f102" fmla="*/ f95 f40 1"/>
              <a:gd name="f103" fmla="*/ f99 1 f80"/>
              <a:gd name="f104" fmla="+- f100 f4 0"/>
              <a:gd name="f105" fmla="*/ f104 f11 1"/>
              <a:gd name="f106" fmla="+- f44 0 f103"/>
              <a:gd name="f107" fmla="+- 0 0 f103"/>
              <a:gd name="f108" fmla="*/ f105 1 f3"/>
              <a:gd name="f109" fmla="+- 0 0 f107"/>
              <a:gd name="f110" fmla="*/ f106 f40 1"/>
              <a:gd name="f111" fmla="+- 0 0 f108"/>
              <a:gd name="f112" fmla="at2 f109 f78"/>
              <a:gd name="f113" fmla="val f111"/>
              <a:gd name="f114" fmla="+- f112 f4 0"/>
              <a:gd name="f115" fmla="+- 0 0 f113"/>
              <a:gd name="f116" fmla="*/ f114 f11 1"/>
              <a:gd name="f117" fmla="*/ f115 f3 1"/>
              <a:gd name="f118" fmla="*/ f116 1 f3"/>
              <a:gd name="f119" fmla="*/ f117 1 f11"/>
              <a:gd name="f120" fmla="+- 0 0 f118"/>
              <a:gd name="f121" fmla="+- f119 0 f4"/>
              <a:gd name="f122" fmla="val f120"/>
              <a:gd name="f123" fmla="+- 0 0 f121"/>
              <a:gd name="f124" fmla="+- 0 0 f122"/>
              <a:gd name="f125" fmla="+- f5 f121 0"/>
              <a:gd name="f126" fmla="*/ f124 f3 1"/>
              <a:gd name="f127" fmla="*/ f126 1 f11"/>
              <a:gd name="f128" fmla="+- f127 0 f4"/>
              <a:gd name="f129" fmla="+- f5 0 f128"/>
              <a:gd name="f130" fmla="+- f128 0 f4"/>
              <a:gd name="f131" fmla="+- f4 f128 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7">
                <a:pos x="f98" y="f45"/>
              </a:cxn>
              <a:cxn ang="f38">
                <a:pos x="f75" y="f49"/>
              </a:cxn>
              <a:cxn ang="f38">
                <a:pos x="f101" y="f74"/>
              </a:cxn>
              <a:cxn ang="f38">
                <a:pos x="f79" y="f49"/>
              </a:cxn>
              <a:cxn ang="f39">
                <a:pos x="f102" y="f74"/>
              </a:cxn>
            </a:cxnLst>
            <a:rect l="f45" t="f45" r="f48" b="f49"/>
            <a:pathLst>
              <a:path stroke="0">
                <a:moveTo>
                  <a:pt x="f79" y="f49"/>
                </a:moveTo>
                <a:lnTo>
                  <a:pt x="f101" y="f74"/>
                </a:lnTo>
                <a:lnTo>
                  <a:pt x="f97" y="f74"/>
                </a:lnTo>
                <a:arcTo wR="f83" hR="f53" stAng="f125" swAng="f123"/>
                <a:lnTo>
                  <a:pt x="f87" y="f45"/>
                </a:lnTo>
                <a:arcTo wR="f83" hR="f53" stAng="f5" swAng="f121"/>
                <a:lnTo>
                  <a:pt x="f102" y="f74"/>
                </a:lnTo>
                <a:close/>
              </a:path>
              <a:path stroke="0">
                <a:moveTo>
                  <a:pt x="f98" y="f110"/>
                </a:moveTo>
                <a:arcTo wR="f83" hR="f53" stAng="f129" swAng="f130"/>
                <a:lnTo>
                  <a:pt x="f45" y="f49"/>
                </a:lnTo>
                <a:arcTo wR="f83" hR="f53" stAng="f3" swAng="f131"/>
                <a:close/>
              </a:path>
              <a:path fill="none">
                <a:moveTo>
                  <a:pt x="f98" y="f110"/>
                </a:moveTo>
                <a:arcTo wR="f83" hR="f53" stAng="f129" swAng="f130"/>
                <a:lnTo>
                  <a:pt x="f45" y="f49"/>
                </a:lnTo>
                <a:arcTo wR="f83" hR="f53" stAng="f3" swAng="f4"/>
                <a:lnTo>
                  <a:pt x="f87" y="f45"/>
                </a:lnTo>
                <a:arcTo wR="f83" hR="f53" stAng="f5" swAng="f121"/>
                <a:lnTo>
                  <a:pt x="f102" y="f74"/>
                </a:lnTo>
                <a:lnTo>
                  <a:pt x="f79" y="f49"/>
                </a:lnTo>
                <a:lnTo>
                  <a:pt x="f101" y="f74"/>
                </a:lnTo>
                <a:lnTo>
                  <a:pt x="f97" y="f74"/>
                </a:lnTo>
                <a:arcTo wR="f83" hR="f53" stAng="f125" swAng="f123"/>
              </a:path>
            </a:pathLst>
          </a:custGeom>
          <a:solidFill>
            <a:srgbClr val="70AD47"/>
          </a:solidFill>
          <a:ln w="12701" cap="flat">
            <a:solidFill>
              <a:srgbClr val="507E3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Curved Down Arrow 16"/>
          <p:cNvSpPr/>
          <p:nvPr/>
        </p:nvSpPr>
        <p:spPr>
          <a:xfrm rot="18102865">
            <a:off x="2646969" y="647367"/>
            <a:ext cx="1110099" cy="509119"/>
          </a:xfrm>
          <a:custGeom>
            <a:avLst>
              <a:gd name="f12" fmla="val 25000"/>
              <a:gd name="f13" fmla="val 50000"/>
              <a:gd name="f14" fmla="val 25000"/>
            </a:avLst>
            <a:gdLst>
              <a:gd name="f3" fmla="val 10800000"/>
              <a:gd name="f4" fmla="val 5400000"/>
              <a:gd name="f5" fmla="val 16200000"/>
              <a:gd name="f6" fmla="val 180"/>
              <a:gd name="f7" fmla="val w"/>
              <a:gd name="f8" fmla="val h"/>
              <a:gd name="f9" fmla="val ss"/>
              <a:gd name="f10" fmla="val 0"/>
              <a:gd name="f11" fmla="*/ 5419351 1 1725033"/>
              <a:gd name="f12" fmla="val 25000"/>
              <a:gd name="f13" fmla="val 50000"/>
              <a:gd name="f14" fmla="val 25000"/>
              <a:gd name="f15" fmla="+- 0 0 -360"/>
              <a:gd name="f16" fmla="+- 0 0 -180"/>
              <a:gd name="f17" fmla="+- 0 0 -90"/>
              <a:gd name="f18" fmla="abs f7"/>
              <a:gd name="f19" fmla="abs f8"/>
              <a:gd name="f20" fmla="abs f9"/>
              <a:gd name="f21" fmla="val f10"/>
              <a:gd name="f22" fmla="val f13"/>
              <a:gd name="f23" fmla="val f12"/>
              <a:gd name="f24" fmla="*/ f15 f3 1"/>
              <a:gd name="f25" fmla="*/ f16 f3 1"/>
              <a:gd name="f26" fmla="*/ f17 f3 1"/>
              <a:gd name="f27" fmla="?: f18 f7 1"/>
              <a:gd name="f28" fmla="?: f19 f8 1"/>
              <a:gd name="f29" fmla="?: f20 f9 1"/>
              <a:gd name="f30" fmla="*/ f24 1 f6"/>
              <a:gd name="f31" fmla="*/ f25 1 f6"/>
              <a:gd name="f32" fmla="*/ f26 1 f6"/>
              <a:gd name="f33" fmla="*/ f27 1 21600"/>
              <a:gd name="f34" fmla="*/ f28 1 21600"/>
              <a:gd name="f35" fmla="*/ 21600 f27 1"/>
              <a:gd name="f36" fmla="*/ 21600 f28 1"/>
              <a:gd name="f37" fmla="+- f30 0 f4"/>
              <a:gd name="f38" fmla="+- f31 0 f4"/>
              <a:gd name="f39" fmla="+- f32 0 f4"/>
              <a:gd name="f40" fmla="min f34 f33"/>
              <a:gd name="f41" fmla="*/ f35 1 f29"/>
              <a:gd name="f42" fmla="*/ f36 1 f29"/>
              <a:gd name="f43" fmla="val f41"/>
              <a:gd name="f44" fmla="val f42"/>
              <a:gd name="f45" fmla="*/ f21 f40 1"/>
              <a:gd name="f46" fmla="+- f44 0 f21"/>
              <a:gd name="f47" fmla="+- f43 0 f21"/>
              <a:gd name="f48" fmla="*/ f43 f40 1"/>
              <a:gd name="f49" fmla="*/ f44 f40 1"/>
              <a:gd name="f50" fmla="*/ f47 1 2"/>
              <a:gd name="f51" fmla="min f47 f46"/>
              <a:gd name="f52" fmla="*/ f46 f46 1"/>
              <a:gd name="f53" fmla="*/ f46 f40 1"/>
              <a:gd name="f54" fmla="*/ f51 f23 1"/>
              <a:gd name="f55" fmla="*/ f51 f22 1"/>
              <a:gd name="f56" fmla="*/ f51 f14 1"/>
              <a:gd name="f57" fmla="*/ f54 1 100000"/>
              <a:gd name="f58" fmla="*/ f55 1 100000"/>
              <a:gd name="f59" fmla="*/ f56 1 100000"/>
              <a:gd name="f60" fmla="+- f57 f58 0"/>
              <a:gd name="f61" fmla="*/ f57 f57 1"/>
              <a:gd name="f62" fmla="*/ f59 f59 1"/>
              <a:gd name="f63" fmla="+- f58 0 f57"/>
              <a:gd name="f64" fmla="*/ f58 1 2"/>
              <a:gd name="f65" fmla="+- f44 0 f59"/>
              <a:gd name="f66" fmla="+- 0 0 f59"/>
              <a:gd name="f67" fmla="*/ f57 1 2"/>
              <a:gd name="f68" fmla="*/ f60 1 4"/>
              <a:gd name="f69" fmla="+- f52 0 f62"/>
              <a:gd name="f70" fmla="*/ f63 1 2"/>
              <a:gd name="f71" fmla="+- f43 0 f64"/>
              <a:gd name="f72" fmla="+- 0 0 f66"/>
              <a:gd name="f73" fmla="+- 0 0 f67"/>
              <a:gd name="f74" fmla="*/ f65 f40 1"/>
              <a:gd name="f75" fmla="*/ f67 f40 1"/>
              <a:gd name="f76" fmla="+- f50 0 f68"/>
              <a:gd name="f77" fmla="sqrt f69"/>
              <a:gd name="f78" fmla="+- 0 0 f73"/>
              <a:gd name="f79" fmla="*/ f71 f40 1"/>
              <a:gd name="f80" fmla="*/ f76 2 1"/>
              <a:gd name="f81" fmla="+- f76 f57 0"/>
              <a:gd name="f82" fmla="*/ f77 f76 1"/>
              <a:gd name="f83" fmla="*/ f76 f40 1"/>
              <a:gd name="f84" fmla="*/ f80 f80 1"/>
              <a:gd name="f85" fmla="*/ f82 1 f46"/>
              <a:gd name="f86" fmla="+- f76 f81 0"/>
              <a:gd name="f87" fmla="*/ f81 f40 1"/>
              <a:gd name="f88" fmla="+- f84 0 f61"/>
              <a:gd name="f89" fmla="+- f76 f85 0"/>
              <a:gd name="f90" fmla="+- f81 f85 0"/>
              <a:gd name="f91" fmla="+- 0 0 f85"/>
              <a:gd name="f92" fmla="*/ f86 1 2"/>
              <a:gd name="f93" fmla="sqrt f88"/>
              <a:gd name="f94" fmla="+- f89 0 f70"/>
              <a:gd name="f95" fmla="+- f90 f70 0"/>
              <a:gd name="f96" fmla="+- 0 0 f91"/>
              <a:gd name="f97" fmla="*/ f89 f40 1"/>
              <a:gd name="f98" fmla="*/ f92 f40 1"/>
              <a:gd name="f99" fmla="*/ f93 f46 1"/>
              <a:gd name="f100" fmla="at2 f72 f96"/>
              <a:gd name="f101" fmla="*/ f94 f40 1"/>
              <a:gd name="f102" fmla="*/ f95 f40 1"/>
              <a:gd name="f103" fmla="*/ f99 1 f80"/>
              <a:gd name="f104" fmla="+- f100 f4 0"/>
              <a:gd name="f105" fmla="*/ f104 f11 1"/>
              <a:gd name="f106" fmla="+- f44 0 f103"/>
              <a:gd name="f107" fmla="+- 0 0 f103"/>
              <a:gd name="f108" fmla="*/ f105 1 f3"/>
              <a:gd name="f109" fmla="+- 0 0 f107"/>
              <a:gd name="f110" fmla="*/ f106 f40 1"/>
              <a:gd name="f111" fmla="+- 0 0 f108"/>
              <a:gd name="f112" fmla="at2 f109 f78"/>
              <a:gd name="f113" fmla="val f111"/>
              <a:gd name="f114" fmla="+- f112 f4 0"/>
              <a:gd name="f115" fmla="+- 0 0 f113"/>
              <a:gd name="f116" fmla="*/ f114 f11 1"/>
              <a:gd name="f117" fmla="*/ f115 f3 1"/>
              <a:gd name="f118" fmla="*/ f116 1 f3"/>
              <a:gd name="f119" fmla="*/ f117 1 f11"/>
              <a:gd name="f120" fmla="+- 0 0 f118"/>
              <a:gd name="f121" fmla="+- f119 0 f4"/>
              <a:gd name="f122" fmla="val f120"/>
              <a:gd name="f123" fmla="+- 0 0 f121"/>
              <a:gd name="f124" fmla="+- 0 0 f122"/>
              <a:gd name="f125" fmla="+- f5 f121 0"/>
              <a:gd name="f126" fmla="*/ f124 f3 1"/>
              <a:gd name="f127" fmla="*/ f126 1 f11"/>
              <a:gd name="f128" fmla="+- f127 0 f4"/>
              <a:gd name="f129" fmla="+- f5 0 f128"/>
              <a:gd name="f130" fmla="+- f128 0 f4"/>
              <a:gd name="f131" fmla="+- f4 f128 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7">
                <a:pos x="f98" y="f45"/>
              </a:cxn>
              <a:cxn ang="f38">
                <a:pos x="f75" y="f49"/>
              </a:cxn>
              <a:cxn ang="f38">
                <a:pos x="f101" y="f74"/>
              </a:cxn>
              <a:cxn ang="f38">
                <a:pos x="f79" y="f49"/>
              </a:cxn>
              <a:cxn ang="f39">
                <a:pos x="f102" y="f74"/>
              </a:cxn>
            </a:cxnLst>
            <a:rect l="f45" t="f45" r="f48" b="f49"/>
            <a:pathLst>
              <a:path stroke="0">
                <a:moveTo>
                  <a:pt x="f79" y="f49"/>
                </a:moveTo>
                <a:lnTo>
                  <a:pt x="f101" y="f74"/>
                </a:lnTo>
                <a:lnTo>
                  <a:pt x="f97" y="f74"/>
                </a:lnTo>
                <a:arcTo wR="f83" hR="f53" stAng="f125" swAng="f123"/>
                <a:lnTo>
                  <a:pt x="f87" y="f45"/>
                </a:lnTo>
                <a:arcTo wR="f83" hR="f53" stAng="f5" swAng="f121"/>
                <a:lnTo>
                  <a:pt x="f102" y="f74"/>
                </a:lnTo>
                <a:close/>
              </a:path>
              <a:path stroke="0">
                <a:moveTo>
                  <a:pt x="f98" y="f110"/>
                </a:moveTo>
                <a:arcTo wR="f83" hR="f53" stAng="f129" swAng="f130"/>
                <a:lnTo>
                  <a:pt x="f45" y="f49"/>
                </a:lnTo>
                <a:arcTo wR="f83" hR="f53" stAng="f3" swAng="f131"/>
                <a:close/>
              </a:path>
              <a:path fill="none">
                <a:moveTo>
                  <a:pt x="f98" y="f110"/>
                </a:moveTo>
                <a:arcTo wR="f83" hR="f53" stAng="f129" swAng="f130"/>
                <a:lnTo>
                  <a:pt x="f45" y="f49"/>
                </a:lnTo>
                <a:arcTo wR="f83" hR="f53" stAng="f3" swAng="f4"/>
                <a:lnTo>
                  <a:pt x="f87" y="f45"/>
                </a:lnTo>
                <a:arcTo wR="f83" hR="f53" stAng="f5" swAng="f121"/>
                <a:lnTo>
                  <a:pt x="f102" y="f74"/>
                </a:lnTo>
                <a:lnTo>
                  <a:pt x="f79" y="f49"/>
                </a:lnTo>
                <a:lnTo>
                  <a:pt x="f101" y="f74"/>
                </a:lnTo>
                <a:lnTo>
                  <a:pt x="f97" y="f74"/>
                </a:lnTo>
                <a:arcTo wR="f83" hR="f53" stAng="f125" swAng="f123"/>
              </a:path>
            </a:pathLst>
          </a:custGeom>
          <a:solidFill>
            <a:srgbClr val="70AD47"/>
          </a:solidFill>
          <a:ln w="12701" cap="flat">
            <a:solidFill>
              <a:srgbClr val="507E32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U-Turn Arrow 21"/>
          <p:cNvSpPr/>
          <p:nvPr/>
        </p:nvSpPr>
        <p:spPr>
          <a:xfrm rot="5400013">
            <a:off x="5871614" y="2318319"/>
            <a:ext cx="1431410" cy="2404872"/>
          </a:xfrm>
          <a:custGeom>
            <a:avLst>
              <a:gd name="f14" fmla="val 6563"/>
              <a:gd name="f15" fmla="val 13792"/>
              <a:gd name="f16" fmla="val 15628"/>
              <a:gd name="f17" fmla="val 34389"/>
              <a:gd name="f18" fmla="val 100000"/>
            </a:avLst>
            <a:gdLst>
              <a:gd name="f5" fmla="val 10800000"/>
              <a:gd name="f6" fmla="val 5400000"/>
              <a:gd name="f7" fmla="val 16200000"/>
              <a:gd name="f8" fmla="val 180"/>
              <a:gd name="f9" fmla="val w"/>
              <a:gd name="f10" fmla="val h"/>
              <a:gd name="f11" fmla="val ss"/>
              <a:gd name="f12" fmla="val 0"/>
              <a:gd name="f13" fmla="+- 0 0 5400000"/>
              <a:gd name="f14" fmla="val 6563"/>
              <a:gd name="f15" fmla="val 13792"/>
              <a:gd name="f16" fmla="val 15628"/>
              <a:gd name="f17" fmla="val 34389"/>
              <a:gd name="f18" fmla="val 100000"/>
              <a:gd name="f19" fmla="+- 0 0 -180"/>
              <a:gd name="f20" fmla="+- 0 0 -90"/>
              <a:gd name="f21" fmla="+- 0 0 -360"/>
              <a:gd name="f22" fmla="abs f9"/>
              <a:gd name="f23" fmla="abs f10"/>
              <a:gd name="f24" fmla="abs f11"/>
              <a:gd name="f25" fmla="val f12"/>
              <a:gd name="f26" fmla="val f15"/>
              <a:gd name="f27" fmla="val f14"/>
              <a:gd name="f28" fmla="val f16"/>
              <a:gd name="f29" fmla="val f18"/>
              <a:gd name="f30" fmla="val f17"/>
              <a:gd name="f31" fmla="*/ f19 f5 1"/>
              <a:gd name="f32" fmla="*/ f20 f5 1"/>
              <a:gd name="f33" fmla="*/ f21 f5 1"/>
              <a:gd name="f34" fmla="?: f22 f9 1"/>
              <a:gd name="f35" fmla="?: f23 f10 1"/>
              <a:gd name="f36" fmla="?: f24 f11 1"/>
              <a:gd name="f37" fmla="*/ f31 1 f8"/>
              <a:gd name="f38" fmla="*/ f32 1 f8"/>
              <a:gd name="f39" fmla="*/ f33 1 f8"/>
              <a:gd name="f40" fmla="*/ f34 1 21600"/>
              <a:gd name="f41" fmla="*/ f35 1 21600"/>
              <a:gd name="f42" fmla="*/ 21600 f34 1"/>
              <a:gd name="f43" fmla="*/ 21600 f35 1"/>
              <a:gd name="f44" fmla="+- f37 0 f6"/>
              <a:gd name="f45" fmla="+- f38 0 f6"/>
              <a:gd name="f46" fmla="+- f39 0 f6"/>
              <a:gd name="f47" fmla="min f41 f40"/>
              <a:gd name="f48" fmla="*/ f42 1 f36"/>
              <a:gd name="f49" fmla="*/ f43 1 f36"/>
              <a:gd name="f50" fmla="val f48"/>
              <a:gd name="f51" fmla="val f49"/>
              <a:gd name="f52" fmla="*/ f25 f47 1"/>
              <a:gd name="f53" fmla="+- f51 0 f25"/>
              <a:gd name="f54" fmla="+- f50 0 f25"/>
              <a:gd name="f55" fmla="*/ f50 f47 1"/>
              <a:gd name="f56" fmla="*/ f51 f47 1"/>
              <a:gd name="f57" fmla="min f54 f53"/>
              <a:gd name="f58" fmla="*/ f53 f29 1"/>
              <a:gd name="f59" fmla="*/ f57 f27 1"/>
              <a:gd name="f60" fmla="*/ f57 f26 1"/>
              <a:gd name="f61" fmla="*/ f58 1 100000"/>
              <a:gd name="f62" fmla="*/ f57 f28 1"/>
              <a:gd name="f63" fmla="*/ f57 f30 1"/>
              <a:gd name="f64" fmla="*/ f59 1 100000"/>
              <a:gd name="f65" fmla="*/ f60 1 100000"/>
              <a:gd name="f66" fmla="*/ f62 1 100000"/>
              <a:gd name="f67" fmla="*/ f63 1 100000"/>
              <a:gd name="f68" fmla="*/ f61 f47 1"/>
              <a:gd name="f69" fmla="*/ f64 1 2"/>
              <a:gd name="f70" fmla="+- f61 0 f66"/>
              <a:gd name="f71" fmla="+- f67 0 f64"/>
              <a:gd name="f72" fmla="+- f50 0 f65"/>
              <a:gd name="f73" fmla="*/ f67 f47 1"/>
              <a:gd name="f74" fmla="*/ f64 f47 1"/>
              <a:gd name="f75" fmla="+- f65 0 f69"/>
              <a:gd name="f76" fmla="max f71 0"/>
              <a:gd name="f77" fmla="+- f72 0 f65"/>
              <a:gd name="f78" fmla="*/ f70 f47 1"/>
              <a:gd name="f79" fmla="*/ f72 f47 1"/>
              <a:gd name="f80" fmla="*/ f69 f47 1"/>
              <a:gd name="f81" fmla="+- f50 0 f75"/>
              <a:gd name="f82" fmla="+- f64 f76 0"/>
              <a:gd name="f83" fmla="+- f77 f75 0"/>
              <a:gd name="f84" fmla="*/ f77 f47 1"/>
              <a:gd name="f85" fmla="*/ f76 f47 1"/>
              <a:gd name="f86" fmla="+- f81 0 f67"/>
              <a:gd name="f87" fmla="+- f64 f83 0"/>
              <a:gd name="f88" fmla="*/ f81 f47 1"/>
              <a:gd name="f89" fmla="*/ f83 f47 1"/>
              <a:gd name="f90" fmla="*/ f82 f47 1"/>
              <a:gd name="f91" fmla="*/ f87 1 2"/>
              <a:gd name="f92" fmla="*/ f86 f47 1"/>
              <a:gd name="f93" fmla="*/ f91 f4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84" y="f78"/>
              </a:cxn>
              <a:cxn ang="f44">
                <a:pos x="f79" y="f68"/>
              </a:cxn>
              <a:cxn ang="f45">
                <a:pos x="f55" y="f78"/>
              </a:cxn>
              <a:cxn ang="f46">
                <a:pos x="f93" y="f52"/>
              </a:cxn>
              <a:cxn ang="f44">
                <a:pos x="f80" y="f56"/>
              </a:cxn>
            </a:cxnLst>
            <a:rect l="f52" t="f52" r="f55" b="f56"/>
            <a:pathLst>
              <a:path>
                <a:moveTo>
                  <a:pt x="f52" y="f56"/>
                </a:moveTo>
                <a:lnTo>
                  <a:pt x="f52" y="f73"/>
                </a:lnTo>
                <a:arcTo wR="f73" hR="f73" stAng="f5" swAng="f6"/>
                <a:lnTo>
                  <a:pt x="f92" y="f52"/>
                </a:lnTo>
                <a:arcTo wR="f73" hR="f73" stAng="f7" swAng="f6"/>
                <a:lnTo>
                  <a:pt x="f88" y="f78"/>
                </a:lnTo>
                <a:lnTo>
                  <a:pt x="f55" y="f78"/>
                </a:lnTo>
                <a:lnTo>
                  <a:pt x="f79" y="f68"/>
                </a:lnTo>
                <a:lnTo>
                  <a:pt x="f84" y="f78"/>
                </a:lnTo>
                <a:lnTo>
                  <a:pt x="f89" y="f78"/>
                </a:lnTo>
                <a:lnTo>
                  <a:pt x="f89" y="f90"/>
                </a:lnTo>
                <a:arcTo wR="f85" hR="f85" stAng="f12" swAng="f13"/>
                <a:lnTo>
                  <a:pt x="f90" y="f74"/>
                </a:lnTo>
                <a:arcTo wR="f85" hR="f85" stAng="f7" swAng="f13"/>
                <a:lnTo>
                  <a:pt x="f74" y="f56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U-Turn Arrow 20"/>
          <p:cNvSpPr/>
          <p:nvPr/>
        </p:nvSpPr>
        <p:spPr>
          <a:xfrm rot="5400013">
            <a:off x="5228959" y="-888385"/>
            <a:ext cx="1564328" cy="4583256"/>
          </a:xfrm>
          <a:custGeom>
            <a:avLst>
              <a:gd name="f14" fmla="val 6652"/>
              <a:gd name="f15" fmla="val 12996"/>
              <a:gd name="f16" fmla="val 13289"/>
              <a:gd name="f17" fmla="val 26102"/>
              <a:gd name="f18" fmla="val 100000"/>
            </a:avLst>
            <a:gdLst>
              <a:gd name="f5" fmla="val 10800000"/>
              <a:gd name="f6" fmla="val 5400000"/>
              <a:gd name="f7" fmla="val 16200000"/>
              <a:gd name="f8" fmla="val 180"/>
              <a:gd name="f9" fmla="val w"/>
              <a:gd name="f10" fmla="val h"/>
              <a:gd name="f11" fmla="val ss"/>
              <a:gd name="f12" fmla="val 0"/>
              <a:gd name="f13" fmla="+- 0 0 5400000"/>
              <a:gd name="f14" fmla="val 6652"/>
              <a:gd name="f15" fmla="val 12996"/>
              <a:gd name="f16" fmla="val 13289"/>
              <a:gd name="f17" fmla="val 26102"/>
              <a:gd name="f18" fmla="val 100000"/>
              <a:gd name="f19" fmla="+- 0 0 -180"/>
              <a:gd name="f20" fmla="+- 0 0 -90"/>
              <a:gd name="f21" fmla="+- 0 0 -360"/>
              <a:gd name="f22" fmla="abs f9"/>
              <a:gd name="f23" fmla="abs f10"/>
              <a:gd name="f24" fmla="abs f11"/>
              <a:gd name="f25" fmla="val f12"/>
              <a:gd name="f26" fmla="val f15"/>
              <a:gd name="f27" fmla="val f14"/>
              <a:gd name="f28" fmla="val f16"/>
              <a:gd name="f29" fmla="val f18"/>
              <a:gd name="f30" fmla="val f17"/>
              <a:gd name="f31" fmla="*/ f19 f5 1"/>
              <a:gd name="f32" fmla="*/ f20 f5 1"/>
              <a:gd name="f33" fmla="*/ f21 f5 1"/>
              <a:gd name="f34" fmla="?: f22 f9 1"/>
              <a:gd name="f35" fmla="?: f23 f10 1"/>
              <a:gd name="f36" fmla="?: f24 f11 1"/>
              <a:gd name="f37" fmla="*/ f31 1 f8"/>
              <a:gd name="f38" fmla="*/ f32 1 f8"/>
              <a:gd name="f39" fmla="*/ f33 1 f8"/>
              <a:gd name="f40" fmla="*/ f34 1 21600"/>
              <a:gd name="f41" fmla="*/ f35 1 21600"/>
              <a:gd name="f42" fmla="*/ 21600 f34 1"/>
              <a:gd name="f43" fmla="*/ 21600 f35 1"/>
              <a:gd name="f44" fmla="+- f37 0 f6"/>
              <a:gd name="f45" fmla="+- f38 0 f6"/>
              <a:gd name="f46" fmla="+- f39 0 f6"/>
              <a:gd name="f47" fmla="min f41 f40"/>
              <a:gd name="f48" fmla="*/ f42 1 f36"/>
              <a:gd name="f49" fmla="*/ f43 1 f36"/>
              <a:gd name="f50" fmla="val f48"/>
              <a:gd name="f51" fmla="val f49"/>
              <a:gd name="f52" fmla="*/ f25 f47 1"/>
              <a:gd name="f53" fmla="+- f51 0 f25"/>
              <a:gd name="f54" fmla="+- f50 0 f25"/>
              <a:gd name="f55" fmla="*/ f50 f47 1"/>
              <a:gd name="f56" fmla="*/ f51 f47 1"/>
              <a:gd name="f57" fmla="min f54 f53"/>
              <a:gd name="f58" fmla="*/ f53 f29 1"/>
              <a:gd name="f59" fmla="*/ f57 f27 1"/>
              <a:gd name="f60" fmla="*/ f57 f26 1"/>
              <a:gd name="f61" fmla="*/ f58 1 100000"/>
              <a:gd name="f62" fmla="*/ f57 f28 1"/>
              <a:gd name="f63" fmla="*/ f57 f30 1"/>
              <a:gd name="f64" fmla="*/ f59 1 100000"/>
              <a:gd name="f65" fmla="*/ f60 1 100000"/>
              <a:gd name="f66" fmla="*/ f62 1 100000"/>
              <a:gd name="f67" fmla="*/ f63 1 100000"/>
              <a:gd name="f68" fmla="*/ f61 f47 1"/>
              <a:gd name="f69" fmla="*/ f64 1 2"/>
              <a:gd name="f70" fmla="+- f61 0 f66"/>
              <a:gd name="f71" fmla="+- f67 0 f64"/>
              <a:gd name="f72" fmla="+- f50 0 f65"/>
              <a:gd name="f73" fmla="*/ f67 f47 1"/>
              <a:gd name="f74" fmla="*/ f64 f47 1"/>
              <a:gd name="f75" fmla="+- f65 0 f69"/>
              <a:gd name="f76" fmla="max f71 0"/>
              <a:gd name="f77" fmla="+- f72 0 f65"/>
              <a:gd name="f78" fmla="*/ f70 f47 1"/>
              <a:gd name="f79" fmla="*/ f72 f47 1"/>
              <a:gd name="f80" fmla="*/ f69 f47 1"/>
              <a:gd name="f81" fmla="+- f50 0 f75"/>
              <a:gd name="f82" fmla="+- f64 f76 0"/>
              <a:gd name="f83" fmla="+- f77 f75 0"/>
              <a:gd name="f84" fmla="*/ f77 f47 1"/>
              <a:gd name="f85" fmla="*/ f76 f47 1"/>
              <a:gd name="f86" fmla="+- f81 0 f67"/>
              <a:gd name="f87" fmla="+- f64 f83 0"/>
              <a:gd name="f88" fmla="*/ f81 f47 1"/>
              <a:gd name="f89" fmla="*/ f83 f47 1"/>
              <a:gd name="f90" fmla="*/ f82 f47 1"/>
              <a:gd name="f91" fmla="*/ f87 1 2"/>
              <a:gd name="f92" fmla="*/ f86 f47 1"/>
              <a:gd name="f93" fmla="*/ f91 f4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4">
                <a:pos x="f84" y="f78"/>
              </a:cxn>
              <a:cxn ang="f44">
                <a:pos x="f79" y="f68"/>
              </a:cxn>
              <a:cxn ang="f45">
                <a:pos x="f55" y="f78"/>
              </a:cxn>
              <a:cxn ang="f46">
                <a:pos x="f93" y="f52"/>
              </a:cxn>
              <a:cxn ang="f44">
                <a:pos x="f80" y="f56"/>
              </a:cxn>
            </a:cxnLst>
            <a:rect l="f52" t="f52" r="f55" b="f56"/>
            <a:pathLst>
              <a:path>
                <a:moveTo>
                  <a:pt x="f52" y="f56"/>
                </a:moveTo>
                <a:lnTo>
                  <a:pt x="f52" y="f73"/>
                </a:lnTo>
                <a:arcTo wR="f73" hR="f73" stAng="f5" swAng="f6"/>
                <a:lnTo>
                  <a:pt x="f92" y="f52"/>
                </a:lnTo>
                <a:arcTo wR="f73" hR="f73" stAng="f7" swAng="f6"/>
                <a:lnTo>
                  <a:pt x="f88" y="f78"/>
                </a:lnTo>
                <a:lnTo>
                  <a:pt x="f55" y="f78"/>
                </a:lnTo>
                <a:lnTo>
                  <a:pt x="f79" y="f68"/>
                </a:lnTo>
                <a:lnTo>
                  <a:pt x="f84" y="f78"/>
                </a:lnTo>
                <a:lnTo>
                  <a:pt x="f89" y="f78"/>
                </a:lnTo>
                <a:lnTo>
                  <a:pt x="f89" y="f90"/>
                </a:lnTo>
                <a:arcTo wR="f85" hR="f85" stAng="f12" swAng="f13"/>
                <a:lnTo>
                  <a:pt x="f90" y="f74"/>
                </a:lnTo>
                <a:arcTo wR="f85" hR="f85" stAng="f7" swAng="f13"/>
                <a:lnTo>
                  <a:pt x="f74" y="f56"/>
                </a:lnTo>
                <a:close/>
              </a:path>
            </a:pathLst>
          </a:custGeom>
          <a:solidFill>
            <a:srgbClr val="5B9BD5"/>
          </a:solidFill>
          <a:ln w="12701" cap="flat">
            <a:solidFill>
              <a:srgbClr val="41719C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grpSp>
        <p:nvGrpSpPr>
          <p:cNvPr id="10" name="Diagram 1"/>
          <p:cNvGrpSpPr/>
          <p:nvPr/>
        </p:nvGrpSpPr>
        <p:grpSpPr>
          <a:xfrm>
            <a:off x="657700" y="1220641"/>
            <a:ext cx="4502204" cy="4502213"/>
            <a:chOff x="657700" y="1220641"/>
            <a:chExt cx="4502204" cy="4502213"/>
          </a:xfrm>
        </p:grpSpPr>
        <p:sp>
          <p:nvSpPr>
            <p:cNvPr id="11" name="Freeform 10"/>
            <p:cNvSpPr/>
            <p:nvPr/>
          </p:nvSpPr>
          <p:spPr>
            <a:xfrm>
              <a:off x="2188040" y="1220641"/>
              <a:ext cx="1441524" cy="14415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41525"/>
                <a:gd name="f7" fmla="val 720763"/>
                <a:gd name="f8" fmla="val 322697"/>
                <a:gd name="f9" fmla="val 1118829"/>
                <a:gd name="f10" fmla="val 1441526"/>
                <a:gd name="f11" fmla="+- 0 0 -90"/>
                <a:gd name="f12" fmla="*/ f3 1 1441525"/>
                <a:gd name="f13" fmla="*/ f4 1 1441525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41525"/>
                <a:gd name="f20" fmla="*/ 0 f17 1"/>
                <a:gd name="f21" fmla="*/ 720763 f17 1"/>
                <a:gd name="f22" fmla="*/ 1441526 f17 1"/>
                <a:gd name="f23" fmla="+- f18 0 f1"/>
                <a:gd name="f24" fmla="*/ f20 1 1441525"/>
                <a:gd name="f25" fmla="*/ f21 1 1441525"/>
                <a:gd name="f26" fmla="*/ f22 1 1441525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41525" h="1441525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gradFill>
              <a:gsLst>
                <a:gs pos="0">
                  <a:srgbClr val="71A6DB"/>
                </a:gs>
                <a:gs pos="100000">
                  <a:srgbClr val="559BDB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249201" tIns="249201" rIns="249201" bIns="249201" anchor="ctr" anchorCtr="1" compatLnSpc="1">
              <a:noAutofit/>
            </a:bodyPr>
            <a:lstStyle/>
            <a:p>
              <a:pPr marL="0" marR="0" lvl="0" indent="0" algn="ctr" defTabSz="13334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0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Clock</a:t>
              </a:r>
            </a:p>
          </p:txBody>
        </p:sp>
        <p:sp>
          <p:nvSpPr>
            <p:cNvPr id="12" name="Freeform 11"/>
            <p:cNvSpPr/>
            <p:nvPr/>
          </p:nvSpPr>
          <p:spPr>
            <a:xfrm rot="2700006">
              <a:off x="3474785" y="2455646"/>
              <a:ext cx="383033" cy="48651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3034"/>
                <a:gd name="f7" fmla="val 486514"/>
                <a:gd name="f8" fmla="val 97303"/>
                <a:gd name="f9" fmla="val 191517"/>
                <a:gd name="f10" fmla="val 243257"/>
                <a:gd name="f11" fmla="val 389211"/>
                <a:gd name="f12" fmla="+- 0 0 -90"/>
                <a:gd name="f13" fmla="*/ f3 1 383034"/>
                <a:gd name="f14" fmla="*/ f4 1 486514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383034"/>
                <a:gd name="f23" fmla="*/ f19 1 486514"/>
                <a:gd name="f24" fmla="*/ 0 f20 1"/>
                <a:gd name="f25" fmla="*/ 97303 f19 1"/>
                <a:gd name="f26" fmla="*/ 191517 f20 1"/>
                <a:gd name="f27" fmla="*/ 0 f19 1"/>
                <a:gd name="f28" fmla="*/ 383034 f20 1"/>
                <a:gd name="f29" fmla="*/ 243257 f19 1"/>
                <a:gd name="f30" fmla="*/ 486514 f19 1"/>
                <a:gd name="f31" fmla="*/ 389211 f19 1"/>
                <a:gd name="f32" fmla="+- f21 0 f1"/>
                <a:gd name="f33" fmla="*/ f24 1 383034"/>
                <a:gd name="f34" fmla="*/ f25 1 486514"/>
                <a:gd name="f35" fmla="*/ f26 1 383034"/>
                <a:gd name="f36" fmla="*/ f27 1 486514"/>
                <a:gd name="f37" fmla="*/ f28 1 383034"/>
                <a:gd name="f38" fmla="*/ f29 1 486514"/>
                <a:gd name="f39" fmla="*/ f30 1 486514"/>
                <a:gd name="f40" fmla="*/ f31 1 486514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3"/>
                <a:gd name="f49" fmla="*/ f37 1 f22"/>
                <a:gd name="f50" fmla="*/ f38 1 f23"/>
                <a:gd name="f51" fmla="*/ f39 1 f23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4 1"/>
                <a:gd name="f61" fmla="*/ f49 f13 1"/>
                <a:gd name="f62" fmla="*/ f50 f14 1"/>
                <a:gd name="f63" fmla="*/ f51 f14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60"/>
                </a:cxn>
                <a:cxn ang="f32">
                  <a:pos x="f61" y="f62"/>
                </a:cxn>
                <a:cxn ang="f32">
                  <a:pos x="f59" y="f63"/>
                </a:cxn>
                <a:cxn ang="f32">
                  <a:pos x="f59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383034" h="486514">
                  <a:moveTo>
                    <a:pt x="f5" y="f8"/>
                  </a:moveTo>
                  <a:lnTo>
                    <a:pt x="f9" y="f8"/>
                  </a:lnTo>
                  <a:lnTo>
                    <a:pt x="f9" y="f5"/>
                  </a:lnTo>
                  <a:lnTo>
                    <a:pt x="f6" y="f10"/>
                  </a:lnTo>
                  <a:lnTo>
                    <a:pt x="f9" y="f7"/>
                  </a:lnTo>
                  <a:lnTo>
                    <a:pt x="f9" y="f11"/>
                  </a:lnTo>
                  <a:lnTo>
                    <a:pt x="f5" y="f11"/>
                  </a:lnTo>
                  <a:lnTo>
                    <a:pt x="f5" y="f8"/>
                  </a:lnTo>
                  <a:close/>
                </a:path>
              </a:pathLst>
            </a:custGeom>
            <a:gradFill>
              <a:gsLst>
                <a:gs pos="0">
                  <a:srgbClr val="C0D2EB"/>
                </a:gs>
                <a:gs pos="100000">
                  <a:srgbClr val="B3CBEA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0" tIns="97301" rIns="114912" bIns="97301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3" name="Freeform 12"/>
            <p:cNvSpPr/>
            <p:nvPr/>
          </p:nvSpPr>
          <p:spPr>
            <a:xfrm>
              <a:off x="3718380" y="2750981"/>
              <a:ext cx="1441524" cy="14415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41525"/>
                <a:gd name="f7" fmla="val 720763"/>
                <a:gd name="f8" fmla="val 322697"/>
                <a:gd name="f9" fmla="val 1118829"/>
                <a:gd name="f10" fmla="val 1441526"/>
                <a:gd name="f11" fmla="+- 0 0 -90"/>
                <a:gd name="f12" fmla="*/ f3 1 1441525"/>
                <a:gd name="f13" fmla="*/ f4 1 1441525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41525"/>
                <a:gd name="f20" fmla="*/ 0 f17 1"/>
                <a:gd name="f21" fmla="*/ 720763 f17 1"/>
                <a:gd name="f22" fmla="*/ 1441526 f17 1"/>
                <a:gd name="f23" fmla="+- f18 0 f1"/>
                <a:gd name="f24" fmla="*/ f20 1 1441525"/>
                <a:gd name="f25" fmla="*/ f21 1 1441525"/>
                <a:gd name="f26" fmla="*/ f22 1 1441525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41525" h="1441525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gradFill>
              <a:gsLst>
                <a:gs pos="0">
                  <a:srgbClr val="71A6DB"/>
                </a:gs>
                <a:gs pos="100000">
                  <a:srgbClr val="559BDB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249201" tIns="249201" rIns="249201" bIns="249201" anchor="ctr" anchorCtr="1" compatLnSpc="1">
              <a:noAutofit/>
            </a:bodyPr>
            <a:lstStyle/>
            <a:p>
              <a:pPr marL="0" marR="0" lvl="0" indent="0" algn="ctr" defTabSz="13334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0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Alarm</a:t>
              </a:r>
            </a:p>
          </p:txBody>
        </p:sp>
        <p:sp>
          <p:nvSpPr>
            <p:cNvPr id="14" name="Freeform 13"/>
            <p:cNvSpPr/>
            <p:nvPr/>
          </p:nvSpPr>
          <p:spPr>
            <a:xfrm rot="18900010">
              <a:off x="3490120" y="3985992"/>
              <a:ext cx="383033" cy="48651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3034"/>
                <a:gd name="f7" fmla="val 486514"/>
                <a:gd name="f8" fmla="val 389211"/>
                <a:gd name="f9" fmla="val 191517"/>
                <a:gd name="f10" fmla="val 243257"/>
                <a:gd name="f11" fmla="val 97303"/>
                <a:gd name="f12" fmla="+- 0 0 -90"/>
                <a:gd name="f13" fmla="*/ f3 1 383034"/>
                <a:gd name="f14" fmla="*/ f4 1 486514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383034"/>
                <a:gd name="f23" fmla="*/ f19 1 486514"/>
                <a:gd name="f24" fmla="*/ 0 f20 1"/>
                <a:gd name="f25" fmla="*/ 97303 f19 1"/>
                <a:gd name="f26" fmla="*/ 191517 f20 1"/>
                <a:gd name="f27" fmla="*/ 0 f19 1"/>
                <a:gd name="f28" fmla="*/ 383034 f20 1"/>
                <a:gd name="f29" fmla="*/ 243257 f19 1"/>
                <a:gd name="f30" fmla="*/ 486514 f19 1"/>
                <a:gd name="f31" fmla="*/ 389211 f19 1"/>
                <a:gd name="f32" fmla="+- f21 0 f1"/>
                <a:gd name="f33" fmla="*/ f24 1 383034"/>
                <a:gd name="f34" fmla="*/ f25 1 486514"/>
                <a:gd name="f35" fmla="*/ f26 1 383034"/>
                <a:gd name="f36" fmla="*/ f27 1 486514"/>
                <a:gd name="f37" fmla="*/ f28 1 383034"/>
                <a:gd name="f38" fmla="*/ f29 1 486514"/>
                <a:gd name="f39" fmla="*/ f30 1 486514"/>
                <a:gd name="f40" fmla="*/ f31 1 486514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3"/>
                <a:gd name="f49" fmla="*/ f37 1 f22"/>
                <a:gd name="f50" fmla="*/ f38 1 f23"/>
                <a:gd name="f51" fmla="*/ f39 1 f23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4 1"/>
                <a:gd name="f61" fmla="*/ f49 f13 1"/>
                <a:gd name="f62" fmla="*/ f50 f14 1"/>
                <a:gd name="f63" fmla="*/ f51 f14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60"/>
                </a:cxn>
                <a:cxn ang="f32">
                  <a:pos x="f61" y="f62"/>
                </a:cxn>
                <a:cxn ang="f32">
                  <a:pos x="f59" y="f63"/>
                </a:cxn>
                <a:cxn ang="f32">
                  <a:pos x="f59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383034" h="486514">
                  <a:moveTo>
                    <a:pt x="f6" y="f8"/>
                  </a:moveTo>
                  <a:lnTo>
                    <a:pt x="f9" y="f8"/>
                  </a:lnTo>
                  <a:lnTo>
                    <a:pt x="f9" y="f7"/>
                  </a:lnTo>
                  <a:lnTo>
                    <a:pt x="f5" y="f10"/>
                  </a:lnTo>
                  <a:lnTo>
                    <a:pt x="f9" y="f5"/>
                  </a:lnTo>
                  <a:lnTo>
                    <a:pt x="f9" y="f11"/>
                  </a:lnTo>
                  <a:lnTo>
                    <a:pt x="f6" y="f11"/>
                  </a:lnTo>
                  <a:lnTo>
                    <a:pt x="f6" y="f8"/>
                  </a:lnTo>
                  <a:close/>
                </a:path>
              </a:pathLst>
            </a:custGeom>
            <a:gradFill>
              <a:gsLst>
                <a:gs pos="0">
                  <a:srgbClr val="C0D2EB"/>
                </a:gs>
                <a:gs pos="100000">
                  <a:srgbClr val="B3CBEA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114912" tIns="97301" rIns="0" bIns="97301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5" name="Freeform 14"/>
            <p:cNvSpPr/>
            <p:nvPr/>
          </p:nvSpPr>
          <p:spPr>
            <a:xfrm>
              <a:off x="2188040" y="4281330"/>
              <a:ext cx="1441524" cy="14415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41525"/>
                <a:gd name="f7" fmla="val 720763"/>
                <a:gd name="f8" fmla="val 322697"/>
                <a:gd name="f9" fmla="val 1118829"/>
                <a:gd name="f10" fmla="val 1441526"/>
                <a:gd name="f11" fmla="+- 0 0 -90"/>
                <a:gd name="f12" fmla="*/ f3 1 1441525"/>
                <a:gd name="f13" fmla="*/ f4 1 1441525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41525"/>
                <a:gd name="f20" fmla="*/ 0 f17 1"/>
                <a:gd name="f21" fmla="*/ 720763 f17 1"/>
                <a:gd name="f22" fmla="*/ 1441526 f17 1"/>
                <a:gd name="f23" fmla="+- f18 0 f1"/>
                <a:gd name="f24" fmla="*/ f20 1 1441525"/>
                <a:gd name="f25" fmla="*/ f21 1 1441525"/>
                <a:gd name="f26" fmla="*/ f22 1 1441525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41525" h="1441525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gradFill>
              <a:gsLst>
                <a:gs pos="0">
                  <a:srgbClr val="71A6DB"/>
                </a:gs>
                <a:gs pos="100000">
                  <a:srgbClr val="559BDB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249201" tIns="249201" rIns="249201" bIns="249201" anchor="ctr" anchorCtr="1" compatLnSpc="1">
              <a:noAutofit/>
            </a:bodyPr>
            <a:lstStyle/>
            <a:p>
              <a:pPr marL="0" marR="0" lvl="0" indent="0" algn="ctr" defTabSz="13334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0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Timer</a:t>
              </a:r>
            </a:p>
          </p:txBody>
        </p:sp>
        <p:sp>
          <p:nvSpPr>
            <p:cNvPr id="16" name="Freeform 15"/>
            <p:cNvSpPr/>
            <p:nvPr/>
          </p:nvSpPr>
          <p:spPr>
            <a:xfrm rot="2700006">
              <a:off x="1959779" y="4001320"/>
              <a:ext cx="383033" cy="48651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3034"/>
                <a:gd name="f7" fmla="val 486514"/>
                <a:gd name="f8" fmla="val 389211"/>
                <a:gd name="f9" fmla="val 191517"/>
                <a:gd name="f10" fmla="val 243257"/>
                <a:gd name="f11" fmla="val 97303"/>
                <a:gd name="f12" fmla="+- 0 0 -90"/>
                <a:gd name="f13" fmla="*/ f3 1 383034"/>
                <a:gd name="f14" fmla="*/ f4 1 486514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383034"/>
                <a:gd name="f23" fmla="*/ f19 1 486514"/>
                <a:gd name="f24" fmla="*/ 0 f20 1"/>
                <a:gd name="f25" fmla="*/ 97303 f19 1"/>
                <a:gd name="f26" fmla="*/ 191517 f20 1"/>
                <a:gd name="f27" fmla="*/ 0 f19 1"/>
                <a:gd name="f28" fmla="*/ 383034 f20 1"/>
                <a:gd name="f29" fmla="*/ 243257 f19 1"/>
                <a:gd name="f30" fmla="*/ 486514 f19 1"/>
                <a:gd name="f31" fmla="*/ 389211 f19 1"/>
                <a:gd name="f32" fmla="+- f21 0 f1"/>
                <a:gd name="f33" fmla="*/ f24 1 383034"/>
                <a:gd name="f34" fmla="*/ f25 1 486514"/>
                <a:gd name="f35" fmla="*/ f26 1 383034"/>
                <a:gd name="f36" fmla="*/ f27 1 486514"/>
                <a:gd name="f37" fmla="*/ f28 1 383034"/>
                <a:gd name="f38" fmla="*/ f29 1 486514"/>
                <a:gd name="f39" fmla="*/ f30 1 486514"/>
                <a:gd name="f40" fmla="*/ f31 1 486514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3"/>
                <a:gd name="f49" fmla="*/ f37 1 f22"/>
                <a:gd name="f50" fmla="*/ f38 1 f23"/>
                <a:gd name="f51" fmla="*/ f39 1 f23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4 1"/>
                <a:gd name="f61" fmla="*/ f49 f13 1"/>
                <a:gd name="f62" fmla="*/ f50 f14 1"/>
                <a:gd name="f63" fmla="*/ f51 f14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60"/>
                </a:cxn>
                <a:cxn ang="f32">
                  <a:pos x="f61" y="f62"/>
                </a:cxn>
                <a:cxn ang="f32">
                  <a:pos x="f59" y="f63"/>
                </a:cxn>
                <a:cxn ang="f32">
                  <a:pos x="f59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383034" h="486514">
                  <a:moveTo>
                    <a:pt x="f6" y="f8"/>
                  </a:moveTo>
                  <a:lnTo>
                    <a:pt x="f9" y="f8"/>
                  </a:lnTo>
                  <a:lnTo>
                    <a:pt x="f9" y="f7"/>
                  </a:lnTo>
                  <a:lnTo>
                    <a:pt x="f5" y="f10"/>
                  </a:lnTo>
                  <a:lnTo>
                    <a:pt x="f9" y="f5"/>
                  </a:lnTo>
                  <a:lnTo>
                    <a:pt x="f9" y="f11"/>
                  </a:lnTo>
                  <a:lnTo>
                    <a:pt x="f6" y="f11"/>
                  </a:lnTo>
                  <a:lnTo>
                    <a:pt x="f6" y="f8"/>
                  </a:lnTo>
                  <a:close/>
                </a:path>
              </a:pathLst>
            </a:custGeom>
            <a:gradFill>
              <a:gsLst>
                <a:gs pos="0">
                  <a:srgbClr val="C0D2EB"/>
                </a:gs>
                <a:gs pos="100000">
                  <a:srgbClr val="B3CBEA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114912" tIns="97301" rIns="0" bIns="97301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  <p:sp>
          <p:nvSpPr>
            <p:cNvPr id="17" name="Freeform 16"/>
            <p:cNvSpPr/>
            <p:nvPr/>
          </p:nvSpPr>
          <p:spPr>
            <a:xfrm>
              <a:off x="657700" y="2750981"/>
              <a:ext cx="1441524" cy="1441524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441525"/>
                <a:gd name="f7" fmla="val 720763"/>
                <a:gd name="f8" fmla="val 322697"/>
                <a:gd name="f9" fmla="val 1118829"/>
                <a:gd name="f10" fmla="val 1441526"/>
                <a:gd name="f11" fmla="+- 0 0 -90"/>
                <a:gd name="f12" fmla="*/ f3 1 1441525"/>
                <a:gd name="f13" fmla="*/ f4 1 1441525"/>
                <a:gd name="f14" fmla="val f5"/>
                <a:gd name="f15" fmla="val f6"/>
                <a:gd name="f16" fmla="*/ f11 f0 1"/>
                <a:gd name="f17" fmla="+- f15 0 f14"/>
                <a:gd name="f18" fmla="*/ f16 1 f2"/>
                <a:gd name="f19" fmla="*/ f17 1 1441525"/>
                <a:gd name="f20" fmla="*/ 0 f17 1"/>
                <a:gd name="f21" fmla="*/ 720763 f17 1"/>
                <a:gd name="f22" fmla="*/ 1441526 f17 1"/>
                <a:gd name="f23" fmla="+- f18 0 f1"/>
                <a:gd name="f24" fmla="*/ f20 1 1441525"/>
                <a:gd name="f25" fmla="*/ f21 1 1441525"/>
                <a:gd name="f26" fmla="*/ f22 1 1441525"/>
                <a:gd name="f27" fmla="*/ f14 1 f19"/>
                <a:gd name="f28" fmla="*/ f15 1 f19"/>
                <a:gd name="f29" fmla="*/ f24 1 f19"/>
                <a:gd name="f30" fmla="*/ f25 1 f19"/>
                <a:gd name="f31" fmla="*/ f26 1 f19"/>
                <a:gd name="f32" fmla="*/ f27 f12 1"/>
                <a:gd name="f33" fmla="*/ f28 f12 1"/>
                <a:gd name="f34" fmla="*/ f28 f13 1"/>
                <a:gd name="f35" fmla="*/ f27 f13 1"/>
                <a:gd name="f36" fmla="*/ f29 f12 1"/>
                <a:gd name="f37" fmla="*/ f30 f13 1"/>
                <a:gd name="f38" fmla="*/ f30 f12 1"/>
                <a:gd name="f39" fmla="*/ f29 f13 1"/>
                <a:gd name="f40" fmla="*/ f31 f12 1"/>
                <a:gd name="f41" fmla="*/ f31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3">
                  <a:pos x="f36" y="f37"/>
                </a:cxn>
                <a:cxn ang="f23">
                  <a:pos x="f38" y="f39"/>
                </a:cxn>
                <a:cxn ang="f23">
                  <a:pos x="f40" y="f37"/>
                </a:cxn>
                <a:cxn ang="f23">
                  <a:pos x="f38" y="f41"/>
                </a:cxn>
                <a:cxn ang="f23">
                  <a:pos x="f36" y="f37"/>
                </a:cxn>
              </a:cxnLst>
              <a:rect l="f32" t="f35" r="f33" b="f34"/>
              <a:pathLst>
                <a:path w="1441525" h="1441525">
                  <a:moveTo>
                    <a:pt x="f5" y="f7"/>
                  </a:moveTo>
                  <a:cubicBezTo>
                    <a:pt x="f5" y="f8"/>
                    <a:pt x="f8" y="f5"/>
                    <a:pt x="f7" y="f5"/>
                  </a:cubicBezTo>
                  <a:cubicBezTo>
                    <a:pt x="f9" y="f5"/>
                    <a:pt x="f10" y="f8"/>
                    <a:pt x="f10" y="f7"/>
                  </a:cubicBezTo>
                  <a:cubicBezTo>
                    <a:pt x="f10" y="f9"/>
                    <a:pt x="f9" y="f10"/>
                    <a:pt x="f7" y="f10"/>
                  </a:cubicBezTo>
                  <a:cubicBezTo>
                    <a:pt x="f8" y="f10"/>
                    <a:pt x="f5" y="f9"/>
                    <a:pt x="f5" y="f7"/>
                  </a:cubicBezTo>
                  <a:close/>
                </a:path>
              </a:pathLst>
            </a:custGeom>
            <a:gradFill>
              <a:gsLst>
                <a:gs pos="0">
                  <a:srgbClr val="71A6DB"/>
                </a:gs>
                <a:gs pos="100000">
                  <a:srgbClr val="559BDB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249201" tIns="249201" rIns="249201" bIns="249201" anchor="ctr" anchorCtr="1" compatLnSpc="1">
              <a:noAutofit/>
            </a:bodyPr>
            <a:lstStyle/>
            <a:p>
              <a:pPr marL="0" marR="0" lvl="0" indent="0" algn="ctr" defTabSz="13334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13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3000" b="0" i="0" u="none" strike="noStrike" kern="1200" cap="none" spc="0" baseline="0">
                  <a:solidFill>
                    <a:srgbClr val="FFFFFF"/>
                  </a:solidFill>
                  <a:uFillTx/>
                  <a:latin typeface="Calibri"/>
                </a:rPr>
                <a:t>Demo</a:t>
              </a:r>
            </a:p>
          </p:txBody>
        </p:sp>
        <p:sp>
          <p:nvSpPr>
            <p:cNvPr id="18" name="Freeform 17"/>
            <p:cNvSpPr/>
            <p:nvPr/>
          </p:nvSpPr>
          <p:spPr>
            <a:xfrm rot="18900010">
              <a:off x="1944446" y="2470986"/>
              <a:ext cx="383033" cy="48651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383034"/>
                <a:gd name="f7" fmla="val 486514"/>
                <a:gd name="f8" fmla="val 97303"/>
                <a:gd name="f9" fmla="val 191517"/>
                <a:gd name="f10" fmla="val 243257"/>
                <a:gd name="f11" fmla="val 389211"/>
                <a:gd name="f12" fmla="+- 0 0 -90"/>
                <a:gd name="f13" fmla="*/ f3 1 383034"/>
                <a:gd name="f14" fmla="*/ f4 1 486514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383034"/>
                <a:gd name="f23" fmla="*/ f19 1 486514"/>
                <a:gd name="f24" fmla="*/ 0 f20 1"/>
                <a:gd name="f25" fmla="*/ 97303 f19 1"/>
                <a:gd name="f26" fmla="*/ 191517 f20 1"/>
                <a:gd name="f27" fmla="*/ 0 f19 1"/>
                <a:gd name="f28" fmla="*/ 383034 f20 1"/>
                <a:gd name="f29" fmla="*/ 243257 f19 1"/>
                <a:gd name="f30" fmla="*/ 486514 f19 1"/>
                <a:gd name="f31" fmla="*/ 389211 f19 1"/>
                <a:gd name="f32" fmla="+- f21 0 f1"/>
                <a:gd name="f33" fmla="*/ f24 1 383034"/>
                <a:gd name="f34" fmla="*/ f25 1 486514"/>
                <a:gd name="f35" fmla="*/ f26 1 383034"/>
                <a:gd name="f36" fmla="*/ f27 1 486514"/>
                <a:gd name="f37" fmla="*/ f28 1 383034"/>
                <a:gd name="f38" fmla="*/ f29 1 486514"/>
                <a:gd name="f39" fmla="*/ f30 1 486514"/>
                <a:gd name="f40" fmla="*/ f31 1 486514"/>
                <a:gd name="f41" fmla="*/ f15 1 f22"/>
                <a:gd name="f42" fmla="*/ f16 1 f22"/>
                <a:gd name="f43" fmla="*/ f15 1 f23"/>
                <a:gd name="f44" fmla="*/ f17 1 f23"/>
                <a:gd name="f45" fmla="*/ f33 1 f22"/>
                <a:gd name="f46" fmla="*/ f34 1 f23"/>
                <a:gd name="f47" fmla="*/ f35 1 f22"/>
                <a:gd name="f48" fmla="*/ f36 1 f23"/>
                <a:gd name="f49" fmla="*/ f37 1 f22"/>
                <a:gd name="f50" fmla="*/ f38 1 f23"/>
                <a:gd name="f51" fmla="*/ f39 1 f23"/>
                <a:gd name="f52" fmla="*/ f40 1 f23"/>
                <a:gd name="f53" fmla="*/ f41 f13 1"/>
                <a:gd name="f54" fmla="*/ f42 f13 1"/>
                <a:gd name="f55" fmla="*/ f44 f14 1"/>
                <a:gd name="f56" fmla="*/ f43 f14 1"/>
                <a:gd name="f57" fmla="*/ f45 f13 1"/>
                <a:gd name="f58" fmla="*/ f46 f14 1"/>
                <a:gd name="f59" fmla="*/ f47 f13 1"/>
                <a:gd name="f60" fmla="*/ f48 f14 1"/>
                <a:gd name="f61" fmla="*/ f49 f13 1"/>
                <a:gd name="f62" fmla="*/ f50 f14 1"/>
                <a:gd name="f63" fmla="*/ f51 f14 1"/>
                <a:gd name="f64" fmla="*/ f52 f1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57" y="f58"/>
                </a:cxn>
                <a:cxn ang="f32">
                  <a:pos x="f59" y="f58"/>
                </a:cxn>
                <a:cxn ang="f32">
                  <a:pos x="f59" y="f60"/>
                </a:cxn>
                <a:cxn ang="f32">
                  <a:pos x="f61" y="f62"/>
                </a:cxn>
                <a:cxn ang="f32">
                  <a:pos x="f59" y="f63"/>
                </a:cxn>
                <a:cxn ang="f32">
                  <a:pos x="f59" y="f64"/>
                </a:cxn>
                <a:cxn ang="f32">
                  <a:pos x="f57" y="f64"/>
                </a:cxn>
                <a:cxn ang="f32">
                  <a:pos x="f57" y="f58"/>
                </a:cxn>
              </a:cxnLst>
              <a:rect l="f53" t="f56" r="f54" b="f55"/>
              <a:pathLst>
                <a:path w="383034" h="486514">
                  <a:moveTo>
                    <a:pt x="f5" y="f8"/>
                  </a:moveTo>
                  <a:lnTo>
                    <a:pt x="f9" y="f8"/>
                  </a:lnTo>
                  <a:lnTo>
                    <a:pt x="f9" y="f5"/>
                  </a:lnTo>
                  <a:lnTo>
                    <a:pt x="f6" y="f10"/>
                  </a:lnTo>
                  <a:lnTo>
                    <a:pt x="f9" y="f7"/>
                  </a:lnTo>
                  <a:lnTo>
                    <a:pt x="f9" y="f11"/>
                  </a:lnTo>
                  <a:lnTo>
                    <a:pt x="f5" y="f11"/>
                  </a:lnTo>
                  <a:lnTo>
                    <a:pt x="f5" y="f8"/>
                  </a:lnTo>
                  <a:close/>
                </a:path>
              </a:pathLst>
            </a:custGeom>
            <a:gradFill>
              <a:gsLst>
                <a:gs pos="0">
                  <a:srgbClr val="C0D2EB"/>
                </a:gs>
                <a:gs pos="100000">
                  <a:srgbClr val="B3CBEA"/>
                </a:gs>
              </a:gsLst>
              <a:lin ang="5400000"/>
            </a:gradFill>
            <a:ln cap="flat">
              <a:noFill/>
              <a:prstDash val="solid"/>
            </a:ln>
          </p:spPr>
          <p:txBody>
            <a:bodyPr vert="horz" wrap="square" lIns="0" tIns="97301" rIns="114912" bIns="97301" anchor="ctr" anchorCtr="1" compatLnSpc="1">
              <a:noAutofit/>
            </a:bodyPr>
            <a:lstStyle/>
            <a:p>
              <a:pPr marL="0" marR="0" lvl="0" indent="0" algn="ctr" defTabSz="88899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8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2000" b="0" i="0" u="none" strike="noStrike" kern="1200" cap="none" spc="0" baseline="0">
                <a:solidFill>
                  <a:srgbClr val="FFFFFF"/>
                </a:solidFill>
                <a:uFillTx/>
                <a:latin typeface="Calibri"/>
              </a:endParaRPr>
            </a:p>
          </p:txBody>
        </p:sp>
      </p:grpSp>
      <p:grpSp>
        <p:nvGrpSpPr>
          <p:cNvPr id="19" name="Diagram 5"/>
          <p:cNvGrpSpPr/>
          <p:nvPr/>
        </p:nvGrpSpPr>
        <p:grpSpPr>
          <a:xfrm>
            <a:off x="3685357" y="206739"/>
            <a:ext cx="4079407" cy="1558737"/>
            <a:chOff x="3685357" y="206739"/>
            <a:chExt cx="4079407" cy="1558737"/>
          </a:xfrm>
        </p:grpSpPr>
        <p:sp>
          <p:nvSpPr>
            <p:cNvPr id="20" name="Freeform 19"/>
            <p:cNvSpPr/>
            <p:nvPr/>
          </p:nvSpPr>
          <p:spPr>
            <a:xfrm>
              <a:off x="6769870" y="206800"/>
              <a:ext cx="994894" cy="994940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803154" y="239975"/>
              <a:ext cx="928765" cy="928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928602"/>
                <a:gd name="f8" fmla="val 464301"/>
                <a:gd name="f9" fmla="val 207875"/>
                <a:gd name="f10" fmla="val 207911"/>
                <a:gd name="f11" fmla="val 464383"/>
                <a:gd name="f12" fmla="val 720855"/>
                <a:gd name="f13" fmla="val 928766"/>
                <a:gd name="f14" fmla="val 720727"/>
                <a:gd name="f15" fmla="+- 0 0 -90"/>
                <a:gd name="f16" fmla="*/ f3 1 928765"/>
                <a:gd name="f17" fmla="*/ f4 1 928602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28765"/>
                <a:gd name="f26" fmla="*/ f22 1 928602"/>
                <a:gd name="f27" fmla="*/ 0 f23 1"/>
                <a:gd name="f28" fmla="*/ 464301 f22 1"/>
                <a:gd name="f29" fmla="*/ 464383 f23 1"/>
                <a:gd name="f30" fmla="*/ 0 f22 1"/>
                <a:gd name="f31" fmla="*/ 928766 f23 1"/>
                <a:gd name="f32" fmla="*/ 928602 f22 1"/>
                <a:gd name="f33" fmla="+- f24 0 f1"/>
                <a:gd name="f34" fmla="*/ f27 1 928765"/>
                <a:gd name="f35" fmla="*/ f28 1 928602"/>
                <a:gd name="f36" fmla="*/ f29 1 928765"/>
                <a:gd name="f37" fmla="*/ f30 1 928602"/>
                <a:gd name="f38" fmla="*/ f31 1 928765"/>
                <a:gd name="f39" fmla="*/ f32 1 928602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28765" h="928602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0464" tIns="150464" rIns="150464" bIns="150464" anchor="ctr" anchorCtr="1" compatLnSpc="1">
              <a:noAutofit/>
            </a:bodyPr>
            <a:lstStyle/>
            <a:p>
              <a:pPr marL="0" marR="0" lvl="0" indent="0" algn="ctr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Set Upright Position</a:t>
              </a:r>
            </a:p>
          </p:txBody>
        </p:sp>
        <p:sp>
          <p:nvSpPr>
            <p:cNvPr id="22" name="Freeform 21"/>
            <p:cNvSpPr/>
            <p:nvPr/>
          </p:nvSpPr>
          <p:spPr>
            <a:xfrm>
              <a:off x="6803154" y="1220083"/>
              <a:ext cx="928765" cy="54539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545394"/>
                <a:gd name="f8" fmla="+- 0 0 -90"/>
                <a:gd name="f9" fmla="*/ f3 1 928765"/>
                <a:gd name="f10" fmla="*/ f4 1 54539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28765"/>
                <a:gd name="f19" fmla="*/ f15 1 545394"/>
                <a:gd name="f20" fmla="*/ 0 f16 1"/>
                <a:gd name="f21" fmla="*/ 0 f15 1"/>
                <a:gd name="f22" fmla="*/ 928765 f16 1"/>
                <a:gd name="f23" fmla="*/ 545394 f15 1"/>
                <a:gd name="f24" fmla="+- f17 0 f1"/>
                <a:gd name="f25" fmla="*/ f20 1 928765"/>
                <a:gd name="f26" fmla="*/ f21 1 545394"/>
                <a:gd name="f27" fmla="*/ f22 1 928765"/>
                <a:gd name="f28" fmla="*/ f23 1 54539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28765" h="54539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53336" tIns="53336" rIns="53336" bIns="53336" anchor="t" anchorCtr="0" compatLnSpc="1">
              <a:noAutofit/>
            </a:bodyPr>
            <a:lstStyle/>
            <a:p>
              <a:pPr marL="57150" marR="0" lvl="1" indent="-57150" algn="l" defTabSz="48894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Rotate clock +/-</a:t>
              </a:r>
            </a:p>
          </p:txBody>
        </p:sp>
        <p:sp>
          <p:nvSpPr>
            <p:cNvPr id="23" name="Freeform 22"/>
            <p:cNvSpPr/>
            <p:nvPr/>
          </p:nvSpPr>
          <p:spPr>
            <a:xfrm rot="2700006">
              <a:off x="5737426" y="206739"/>
              <a:ext cx="994912" cy="994912"/>
            </a:xfrm>
            <a:custGeom>
              <a:avLst>
                <a:gd name="f10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sqrt 2"/>
                <a:gd name="f10" fmla="val 100000"/>
                <a:gd name="f11" fmla="+- 0 0 -180"/>
                <a:gd name="f12" fmla="+- 0 0 -360"/>
                <a:gd name="f13" fmla="abs f4"/>
                <a:gd name="f14" fmla="abs f5"/>
                <a:gd name="f15" fmla="abs f6"/>
                <a:gd name="f16" fmla="val f7"/>
                <a:gd name="f17" fmla="val f10"/>
                <a:gd name="f18" fmla="+- 2700000 f2 0"/>
                <a:gd name="f19" fmla="*/ f11 f1 1"/>
                <a:gd name="f20" fmla="*/ f12 f1 1"/>
                <a:gd name="f21" fmla="?: f13 f4 1"/>
                <a:gd name="f22" fmla="?: f14 f5 1"/>
                <a:gd name="f23" fmla="?: f15 f6 1"/>
                <a:gd name="f24" fmla="*/ f18 f8 1"/>
                <a:gd name="f25" fmla="*/ f19 1 f3"/>
                <a:gd name="f26" fmla="*/ f20 1 f3"/>
                <a:gd name="f27" fmla="*/ f21 1 21600"/>
                <a:gd name="f28" fmla="*/ f22 1 21600"/>
                <a:gd name="f29" fmla="*/ 21600 f21 1"/>
                <a:gd name="f30" fmla="*/ 21600 f22 1"/>
                <a:gd name="f31" fmla="*/ f24 1 f1"/>
                <a:gd name="f32" fmla="+- f25 0 f2"/>
                <a:gd name="f33" fmla="+- f26 0 f2"/>
                <a:gd name="f34" fmla="min f28 f27"/>
                <a:gd name="f35" fmla="*/ f29 1 f23"/>
                <a:gd name="f36" fmla="*/ f30 1 f23"/>
                <a:gd name="f37" fmla="+- 0 0 f31"/>
                <a:gd name="f38" fmla="val f35"/>
                <a:gd name="f39" fmla="val f36"/>
                <a:gd name="f40" fmla="+- 0 0 f37"/>
                <a:gd name="f41" fmla="*/ f16 f34 1"/>
                <a:gd name="f42" fmla="+- f39 0 f16"/>
                <a:gd name="f43" fmla="+- f38 0 f16"/>
                <a:gd name="f44" fmla="*/ f40 f1 1"/>
                <a:gd name="f45" fmla="*/ f38 f34 1"/>
                <a:gd name="f46" fmla="*/ f42 1 2"/>
                <a:gd name="f47" fmla="*/ f43 1 2"/>
                <a:gd name="f48" fmla="*/ f44 1 f8"/>
                <a:gd name="f49" fmla="+- f16 f46 0"/>
                <a:gd name="f50" fmla="+- f16 f47 0"/>
                <a:gd name="f51" fmla="*/ f47 f9 1"/>
                <a:gd name="f52" fmla="*/ f46 f9 1"/>
                <a:gd name="f53" fmla="+- f48 0 f2"/>
                <a:gd name="f54" fmla="*/ f47 f34 1"/>
                <a:gd name="f55" fmla="*/ f46 f34 1"/>
                <a:gd name="f56" fmla="*/ f51 f17 1"/>
                <a:gd name="f57" fmla="*/ f52 f17 1"/>
                <a:gd name="f58" fmla="cos 1 f53"/>
                <a:gd name="f59" fmla="sin 1 f53"/>
                <a:gd name="f60" fmla="*/ f49 f34 1"/>
                <a:gd name="f61" fmla="*/ f56 1 100000"/>
                <a:gd name="f62" fmla="*/ f57 1 100000"/>
                <a:gd name="f63" fmla="+- 0 0 f58"/>
                <a:gd name="f64" fmla="+- 0 0 f59"/>
                <a:gd name="f65" fmla="+- 0 0 f63"/>
                <a:gd name="f66" fmla="+- 0 0 f64"/>
                <a:gd name="f67" fmla="*/ f65 f61 1"/>
                <a:gd name="f68" fmla="*/ f66 f62 1"/>
                <a:gd name="f69" fmla="*/ f65 f47 1"/>
                <a:gd name="f70" fmla="*/ f66 f46 1"/>
                <a:gd name="f71" fmla="+- f50 f67 0"/>
                <a:gd name="f72" fmla="+- f49 0 f68"/>
                <a:gd name="f73" fmla="+- f50 0 f69"/>
                <a:gd name="f74" fmla="+- f50 f69 0"/>
                <a:gd name="f75" fmla="+- f49 0 f70"/>
                <a:gd name="f76" fmla="+- f49 f70 0"/>
                <a:gd name="f77" fmla="+- f50 f71 0"/>
                <a:gd name="f78" fmla="+- f49 f72 0"/>
                <a:gd name="f79" fmla="*/ f73 f34 1"/>
                <a:gd name="f80" fmla="*/ f75 f34 1"/>
                <a:gd name="f81" fmla="*/ f74 f34 1"/>
                <a:gd name="f82" fmla="*/ f76 f34 1"/>
                <a:gd name="f83" fmla="*/ f71 f34 1"/>
                <a:gd name="f84" fmla="*/ f72 f34 1"/>
                <a:gd name="f85" fmla="*/ f77 1 2"/>
                <a:gd name="f86" fmla="*/ f78 1 2"/>
                <a:gd name="f87" fmla="*/ f85 f34 1"/>
                <a:gd name="f88" fmla="*/ f86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81" y="f82"/>
                </a:cxn>
                <a:cxn ang="f32">
                  <a:pos x="f79" y="f82"/>
                </a:cxn>
                <a:cxn ang="f33">
                  <a:pos x="f79" y="f80"/>
                </a:cxn>
                <a:cxn ang="f33">
                  <a:pos x="f83" y="f84"/>
                </a:cxn>
              </a:cxnLst>
              <a:rect l="f79" t="f80" r="f81" b="f82"/>
              <a:pathLst>
                <a:path>
                  <a:moveTo>
                    <a:pt x="f41" y="f60"/>
                  </a:moveTo>
                  <a:arcTo wR="f54" hR="f55" stAng="f1" swAng="f2"/>
                  <a:quadBezTo>
                    <a:pt x="f87" y="f41"/>
                    <a:pt x="f83" y="f84"/>
                  </a:quadBezTo>
                  <a:quadBezTo>
                    <a:pt x="f45" y="f88"/>
                    <a:pt x="f45" y="f60"/>
                  </a:quadBezTo>
                  <a:arcTo wR="f54" hR="f55" stAng="f7" swAng="f1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5774984" y="239975"/>
              <a:ext cx="928765" cy="928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928602"/>
                <a:gd name="f8" fmla="val 464301"/>
                <a:gd name="f9" fmla="val 207875"/>
                <a:gd name="f10" fmla="val 207911"/>
                <a:gd name="f11" fmla="val 464383"/>
                <a:gd name="f12" fmla="val 720855"/>
                <a:gd name="f13" fmla="val 928766"/>
                <a:gd name="f14" fmla="val 720727"/>
                <a:gd name="f15" fmla="+- 0 0 -90"/>
                <a:gd name="f16" fmla="*/ f3 1 928765"/>
                <a:gd name="f17" fmla="*/ f4 1 928602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28765"/>
                <a:gd name="f26" fmla="*/ f22 1 928602"/>
                <a:gd name="f27" fmla="*/ 0 f23 1"/>
                <a:gd name="f28" fmla="*/ 464301 f22 1"/>
                <a:gd name="f29" fmla="*/ 464383 f23 1"/>
                <a:gd name="f30" fmla="*/ 0 f22 1"/>
                <a:gd name="f31" fmla="*/ 928766 f23 1"/>
                <a:gd name="f32" fmla="*/ 928602 f22 1"/>
                <a:gd name="f33" fmla="+- f24 0 f1"/>
                <a:gd name="f34" fmla="*/ f27 1 928765"/>
                <a:gd name="f35" fmla="*/ f28 1 928602"/>
                <a:gd name="f36" fmla="*/ f29 1 928765"/>
                <a:gd name="f37" fmla="*/ f30 1 928602"/>
                <a:gd name="f38" fmla="*/ f31 1 928765"/>
                <a:gd name="f39" fmla="*/ f32 1 928602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28765" h="928602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0464" tIns="150464" rIns="150464" bIns="150464" anchor="ctr" anchorCtr="1" compatLnSpc="1">
              <a:noAutofit/>
            </a:bodyPr>
            <a:lstStyle/>
            <a:p>
              <a:pPr marL="0" marR="0" lvl="0" indent="0" algn="ctr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Set Flashing Second</a:t>
              </a:r>
            </a:p>
          </p:txBody>
        </p:sp>
        <p:sp>
          <p:nvSpPr>
            <p:cNvPr id="25" name="Freeform 24"/>
            <p:cNvSpPr/>
            <p:nvPr/>
          </p:nvSpPr>
          <p:spPr>
            <a:xfrm>
              <a:off x="5774984" y="1220083"/>
              <a:ext cx="928765" cy="54539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545394"/>
                <a:gd name="f8" fmla="+- 0 0 -90"/>
                <a:gd name="f9" fmla="*/ f3 1 928765"/>
                <a:gd name="f10" fmla="*/ f4 1 54539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28765"/>
                <a:gd name="f19" fmla="*/ f15 1 545394"/>
                <a:gd name="f20" fmla="*/ 0 f16 1"/>
                <a:gd name="f21" fmla="*/ 0 f15 1"/>
                <a:gd name="f22" fmla="*/ 928765 f16 1"/>
                <a:gd name="f23" fmla="*/ 545394 f15 1"/>
                <a:gd name="f24" fmla="+- f17 0 f1"/>
                <a:gd name="f25" fmla="*/ f20 1 928765"/>
                <a:gd name="f26" fmla="*/ f21 1 545394"/>
                <a:gd name="f27" fmla="*/ f22 1 928765"/>
                <a:gd name="f28" fmla="*/ f23 1 54539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28765" h="54539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53336" tIns="53336" rIns="53336" bIns="53336" anchor="t" anchorCtr="0" compatLnSpc="1">
              <a:noAutofit/>
            </a:bodyPr>
            <a:lstStyle/>
            <a:p>
              <a:pPr marL="57150" marR="0" lvl="1" indent="-57150" algn="l" defTabSz="48894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Change Second +/-</a:t>
              </a:r>
            </a:p>
          </p:txBody>
        </p:sp>
        <p:sp>
          <p:nvSpPr>
            <p:cNvPr id="26" name="Freeform 25"/>
            <p:cNvSpPr/>
            <p:nvPr/>
          </p:nvSpPr>
          <p:spPr>
            <a:xfrm rot="2700006">
              <a:off x="4713526" y="206739"/>
              <a:ext cx="994912" cy="994912"/>
            </a:xfrm>
            <a:custGeom>
              <a:avLst>
                <a:gd name="f10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sqrt 2"/>
                <a:gd name="f10" fmla="val 100000"/>
                <a:gd name="f11" fmla="+- 0 0 -180"/>
                <a:gd name="f12" fmla="+- 0 0 -360"/>
                <a:gd name="f13" fmla="abs f4"/>
                <a:gd name="f14" fmla="abs f5"/>
                <a:gd name="f15" fmla="abs f6"/>
                <a:gd name="f16" fmla="val f7"/>
                <a:gd name="f17" fmla="val f10"/>
                <a:gd name="f18" fmla="+- 2700000 f2 0"/>
                <a:gd name="f19" fmla="*/ f11 f1 1"/>
                <a:gd name="f20" fmla="*/ f12 f1 1"/>
                <a:gd name="f21" fmla="?: f13 f4 1"/>
                <a:gd name="f22" fmla="?: f14 f5 1"/>
                <a:gd name="f23" fmla="?: f15 f6 1"/>
                <a:gd name="f24" fmla="*/ f18 f8 1"/>
                <a:gd name="f25" fmla="*/ f19 1 f3"/>
                <a:gd name="f26" fmla="*/ f20 1 f3"/>
                <a:gd name="f27" fmla="*/ f21 1 21600"/>
                <a:gd name="f28" fmla="*/ f22 1 21600"/>
                <a:gd name="f29" fmla="*/ 21600 f21 1"/>
                <a:gd name="f30" fmla="*/ 21600 f22 1"/>
                <a:gd name="f31" fmla="*/ f24 1 f1"/>
                <a:gd name="f32" fmla="+- f25 0 f2"/>
                <a:gd name="f33" fmla="+- f26 0 f2"/>
                <a:gd name="f34" fmla="min f28 f27"/>
                <a:gd name="f35" fmla="*/ f29 1 f23"/>
                <a:gd name="f36" fmla="*/ f30 1 f23"/>
                <a:gd name="f37" fmla="+- 0 0 f31"/>
                <a:gd name="f38" fmla="val f35"/>
                <a:gd name="f39" fmla="val f36"/>
                <a:gd name="f40" fmla="+- 0 0 f37"/>
                <a:gd name="f41" fmla="*/ f16 f34 1"/>
                <a:gd name="f42" fmla="+- f39 0 f16"/>
                <a:gd name="f43" fmla="+- f38 0 f16"/>
                <a:gd name="f44" fmla="*/ f40 f1 1"/>
                <a:gd name="f45" fmla="*/ f38 f34 1"/>
                <a:gd name="f46" fmla="*/ f42 1 2"/>
                <a:gd name="f47" fmla="*/ f43 1 2"/>
                <a:gd name="f48" fmla="*/ f44 1 f8"/>
                <a:gd name="f49" fmla="+- f16 f46 0"/>
                <a:gd name="f50" fmla="+- f16 f47 0"/>
                <a:gd name="f51" fmla="*/ f47 f9 1"/>
                <a:gd name="f52" fmla="*/ f46 f9 1"/>
                <a:gd name="f53" fmla="+- f48 0 f2"/>
                <a:gd name="f54" fmla="*/ f47 f34 1"/>
                <a:gd name="f55" fmla="*/ f46 f34 1"/>
                <a:gd name="f56" fmla="*/ f51 f17 1"/>
                <a:gd name="f57" fmla="*/ f52 f17 1"/>
                <a:gd name="f58" fmla="cos 1 f53"/>
                <a:gd name="f59" fmla="sin 1 f53"/>
                <a:gd name="f60" fmla="*/ f49 f34 1"/>
                <a:gd name="f61" fmla="*/ f56 1 100000"/>
                <a:gd name="f62" fmla="*/ f57 1 100000"/>
                <a:gd name="f63" fmla="+- 0 0 f58"/>
                <a:gd name="f64" fmla="+- 0 0 f59"/>
                <a:gd name="f65" fmla="+- 0 0 f63"/>
                <a:gd name="f66" fmla="+- 0 0 f64"/>
                <a:gd name="f67" fmla="*/ f65 f61 1"/>
                <a:gd name="f68" fmla="*/ f66 f62 1"/>
                <a:gd name="f69" fmla="*/ f65 f47 1"/>
                <a:gd name="f70" fmla="*/ f66 f46 1"/>
                <a:gd name="f71" fmla="+- f50 f67 0"/>
                <a:gd name="f72" fmla="+- f49 0 f68"/>
                <a:gd name="f73" fmla="+- f50 0 f69"/>
                <a:gd name="f74" fmla="+- f50 f69 0"/>
                <a:gd name="f75" fmla="+- f49 0 f70"/>
                <a:gd name="f76" fmla="+- f49 f70 0"/>
                <a:gd name="f77" fmla="+- f50 f71 0"/>
                <a:gd name="f78" fmla="+- f49 f72 0"/>
                <a:gd name="f79" fmla="*/ f73 f34 1"/>
                <a:gd name="f80" fmla="*/ f75 f34 1"/>
                <a:gd name="f81" fmla="*/ f74 f34 1"/>
                <a:gd name="f82" fmla="*/ f76 f34 1"/>
                <a:gd name="f83" fmla="*/ f71 f34 1"/>
                <a:gd name="f84" fmla="*/ f72 f34 1"/>
                <a:gd name="f85" fmla="*/ f77 1 2"/>
                <a:gd name="f86" fmla="*/ f78 1 2"/>
                <a:gd name="f87" fmla="*/ f85 f34 1"/>
                <a:gd name="f88" fmla="*/ f86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81" y="f82"/>
                </a:cxn>
                <a:cxn ang="f32">
                  <a:pos x="f79" y="f82"/>
                </a:cxn>
                <a:cxn ang="f33">
                  <a:pos x="f79" y="f80"/>
                </a:cxn>
                <a:cxn ang="f33">
                  <a:pos x="f83" y="f84"/>
                </a:cxn>
              </a:cxnLst>
              <a:rect l="f79" t="f80" r="f81" b="f82"/>
              <a:pathLst>
                <a:path>
                  <a:moveTo>
                    <a:pt x="f41" y="f60"/>
                  </a:moveTo>
                  <a:arcTo wR="f54" hR="f55" stAng="f1" swAng="f2"/>
                  <a:quadBezTo>
                    <a:pt x="f87" y="f41"/>
                    <a:pt x="f83" y="f84"/>
                  </a:quadBezTo>
                  <a:quadBezTo>
                    <a:pt x="f45" y="f88"/>
                    <a:pt x="f45" y="f60"/>
                  </a:quadBezTo>
                  <a:arcTo wR="f54" hR="f55" stAng="f7" swAng="f1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4746814" y="239975"/>
              <a:ext cx="928765" cy="928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928602"/>
                <a:gd name="f8" fmla="val 464301"/>
                <a:gd name="f9" fmla="val 207875"/>
                <a:gd name="f10" fmla="val 207911"/>
                <a:gd name="f11" fmla="val 464383"/>
                <a:gd name="f12" fmla="val 720855"/>
                <a:gd name="f13" fmla="val 928766"/>
                <a:gd name="f14" fmla="val 720727"/>
                <a:gd name="f15" fmla="+- 0 0 -90"/>
                <a:gd name="f16" fmla="*/ f3 1 928765"/>
                <a:gd name="f17" fmla="*/ f4 1 928602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28765"/>
                <a:gd name="f26" fmla="*/ f22 1 928602"/>
                <a:gd name="f27" fmla="*/ 0 f23 1"/>
                <a:gd name="f28" fmla="*/ 464301 f22 1"/>
                <a:gd name="f29" fmla="*/ 464383 f23 1"/>
                <a:gd name="f30" fmla="*/ 0 f22 1"/>
                <a:gd name="f31" fmla="*/ 928766 f23 1"/>
                <a:gd name="f32" fmla="*/ 928602 f22 1"/>
                <a:gd name="f33" fmla="+- f24 0 f1"/>
                <a:gd name="f34" fmla="*/ f27 1 928765"/>
                <a:gd name="f35" fmla="*/ f28 1 928602"/>
                <a:gd name="f36" fmla="*/ f29 1 928765"/>
                <a:gd name="f37" fmla="*/ f30 1 928602"/>
                <a:gd name="f38" fmla="*/ f31 1 928765"/>
                <a:gd name="f39" fmla="*/ f32 1 928602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28765" h="928602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0464" tIns="150464" rIns="150464" bIns="150464" anchor="ctr" anchorCtr="1" compatLnSpc="1">
              <a:noAutofit/>
            </a:bodyPr>
            <a:lstStyle/>
            <a:p>
              <a:pPr marL="0" marR="0" lvl="0" indent="0" algn="ctr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Set Flashing Minute</a:t>
              </a:r>
            </a:p>
          </p:txBody>
        </p:sp>
        <p:sp>
          <p:nvSpPr>
            <p:cNvPr id="28" name="Freeform 27"/>
            <p:cNvSpPr/>
            <p:nvPr/>
          </p:nvSpPr>
          <p:spPr>
            <a:xfrm>
              <a:off x="4746814" y="1220083"/>
              <a:ext cx="928765" cy="54539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545394"/>
                <a:gd name="f8" fmla="+- 0 0 -90"/>
                <a:gd name="f9" fmla="*/ f3 1 928765"/>
                <a:gd name="f10" fmla="*/ f4 1 54539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28765"/>
                <a:gd name="f19" fmla="*/ f15 1 545394"/>
                <a:gd name="f20" fmla="*/ 0 f16 1"/>
                <a:gd name="f21" fmla="*/ 0 f15 1"/>
                <a:gd name="f22" fmla="*/ 928765 f16 1"/>
                <a:gd name="f23" fmla="*/ 545394 f15 1"/>
                <a:gd name="f24" fmla="+- f17 0 f1"/>
                <a:gd name="f25" fmla="*/ f20 1 928765"/>
                <a:gd name="f26" fmla="*/ f21 1 545394"/>
                <a:gd name="f27" fmla="*/ f22 1 928765"/>
                <a:gd name="f28" fmla="*/ f23 1 54539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28765" h="54539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53336" tIns="53336" rIns="53336" bIns="53336" anchor="t" anchorCtr="0" compatLnSpc="1">
              <a:noAutofit/>
            </a:bodyPr>
            <a:lstStyle/>
            <a:p>
              <a:pPr marL="57150" marR="0" lvl="1" indent="-57150" algn="l" defTabSz="48894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Change Minute +/-</a:t>
              </a:r>
            </a:p>
          </p:txBody>
        </p:sp>
        <p:sp>
          <p:nvSpPr>
            <p:cNvPr id="29" name="Freeform 28"/>
            <p:cNvSpPr/>
            <p:nvPr/>
          </p:nvSpPr>
          <p:spPr>
            <a:xfrm rot="2700006">
              <a:off x="3685357" y="206739"/>
              <a:ext cx="994912" cy="994912"/>
            </a:xfrm>
            <a:custGeom>
              <a:avLst>
                <a:gd name="f10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sqrt 2"/>
                <a:gd name="f10" fmla="val 100000"/>
                <a:gd name="f11" fmla="+- 0 0 -180"/>
                <a:gd name="f12" fmla="+- 0 0 -360"/>
                <a:gd name="f13" fmla="abs f4"/>
                <a:gd name="f14" fmla="abs f5"/>
                <a:gd name="f15" fmla="abs f6"/>
                <a:gd name="f16" fmla="val f7"/>
                <a:gd name="f17" fmla="val f10"/>
                <a:gd name="f18" fmla="+- 2700000 f2 0"/>
                <a:gd name="f19" fmla="*/ f11 f1 1"/>
                <a:gd name="f20" fmla="*/ f12 f1 1"/>
                <a:gd name="f21" fmla="?: f13 f4 1"/>
                <a:gd name="f22" fmla="?: f14 f5 1"/>
                <a:gd name="f23" fmla="?: f15 f6 1"/>
                <a:gd name="f24" fmla="*/ f18 f8 1"/>
                <a:gd name="f25" fmla="*/ f19 1 f3"/>
                <a:gd name="f26" fmla="*/ f20 1 f3"/>
                <a:gd name="f27" fmla="*/ f21 1 21600"/>
                <a:gd name="f28" fmla="*/ f22 1 21600"/>
                <a:gd name="f29" fmla="*/ 21600 f21 1"/>
                <a:gd name="f30" fmla="*/ 21600 f22 1"/>
                <a:gd name="f31" fmla="*/ f24 1 f1"/>
                <a:gd name="f32" fmla="+- f25 0 f2"/>
                <a:gd name="f33" fmla="+- f26 0 f2"/>
                <a:gd name="f34" fmla="min f28 f27"/>
                <a:gd name="f35" fmla="*/ f29 1 f23"/>
                <a:gd name="f36" fmla="*/ f30 1 f23"/>
                <a:gd name="f37" fmla="+- 0 0 f31"/>
                <a:gd name="f38" fmla="val f35"/>
                <a:gd name="f39" fmla="val f36"/>
                <a:gd name="f40" fmla="+- 0 0 f37"/>
                <a:gd name="f41" fmla="*/ f16 f34 1"/>
                <a:gd name="f42" fmla="+- f39 0 f16"/>
                <a:gd name="f43" fmla="+- f38 0 f16"/>
                <a:gd name="f44" fmla="*/ f40 f1 1"/>
                <a:gd name="f45" fmla="*/ f38 f34 1"/>
                <a:gd name="f46" fmla="*/ f42 1 2"/>
                <a:gd name="f47" fmla="*/ f43 1 2"/>
                <a:gd name="f48" fmla="*/ f44 1 f8"/>
                <a:gd name="f49" fmla="+- f16 f46 0"/>
                <a:gd name="f50" fmla="+- f16 f47 0"/>
                <a:gd name="f51" fmla="*/ f47 f9 1"/>
                <a:gd name="f52" fmla="*/ f46 f9 1"/>
                <a:gd name="f53" fmla="+- f48 0 f2"/>
                <a:gd name="f54" fmla="*/ f47 f34 1"/>
                <a:gd name="f55" fmla="*/ f46 f34 1"/>
                <a:gd name="f56" fmla="*/ f51 f17 1"/>
                <a:gd name="f57" fmla="*/ f52 f17 1"/>
                <a:gd name="f58" fmla="cos 1 f53"/>
                <a:gd name="f59" fmla="sin 1 f53"/>
                <a:gd name="f60" fmla="*/ f49 f34 1"/>
                <a:gd name="f61" fmla="*/ f56 1 100000"/>
                <a:gd name="f62" fmla="*/ f57 1 100000"/>
                <a:gd name="f63" fmla="+- 0 0 f58"/>
                <a:gd name="f64" fmla="+- 0 0 f59"/>
                <a:gd name="f65" fmla="+- 0 0 f63"/>
                <a:gd name="f66" fmla="+- 0 0 f64"/>
                <a:gd name="f67" fmla="*/ f65 f61 1"/>
                <a:gd name="f68" fmla="*/ f66 f62 1"/>
                <a:gd name="f69" fmla="*/ f65 f47 1"/>
                <a:gd name="f70" fmla="*/ f66 f46 1"/>
                <a:gd name="f71" fmla="+- f50 f67 0"/>
                <a:gd name="f72" fmla="+- f49 0 f68"/>
                <a:gd name="f73" fmla="+- f50 0 f69"/>
                <a:gd name="f74" fmla="+- f50 f69 0"/>
                <a:gd name="f75" fmla="+- f49 0 f70"/>
                <a:gd name="f76" fmla="+- f49 f70 0"/>
                <a:gd name="f77" fmla="+- f50 f71 0"/>
                <a:gd name="f78" fmla="+- f49 f72 0"/>
                <a:gd name="f79" fmla="*/ f73 f34 1"/>
                <a:gd name="f80" fmla="*/ f75 f34 1"/>
                <a:gd name="f81" fmla="*/ f74 f34 1"/>
                <a:gd name="f82" fmla="*/ f76 f34 1"/>
                <a:gd name="f83" fmla="*/ f71 f34 1"/>
                <a:gd name="f84" fmla="*/ f72 f34 1"/>
                <a:gd name="f85" fmla="*/ f77 1 2"/>
                <a:gd name="f86" fmla="*/ f78 1 2"/>
                <a:gd name="f87" fmla="*/ f85 f34 1"/>
                <a:gd name="f88" fmla="*/ f86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81" y="f82"/>
                </a:cxn>
                <a:cxn ang="f32">
                  <a:pos x="f79" y="f82"/>
                </a:cxn>
                <a:cxn ang="f33">
                  <a:pos x="f79" y="f80"/>
                </a:cxn>
                <a:cxn ang="f33">
                  <a:pos x="f83" y="f84"/>
                </a:cxn>
              </a:cxnLst>
              <a:rect l="f79" t="f80" r="f81" b="f82"/>
              <a:pathLst>
                <a:path>
                  <a:moveTo>
                    <a:pt x="f41" y="f60"/>
                  </a:moveTo>
                  <a:arcTo wR="f54" hR="f55" stAng="f1" swAng="f2"/>
                  <a:quadBezTo>
                    <a:pt x="f87" y="f41"/>
                    <a:pt x="f83" y="f84"/>
                  </a:quadBezTo>
                  <a:quadBezTo>
                    <a:pt x="f45" y="f88"/>
                    <a:pt x="f45" y="f60"/>
                  </a:quadBezTo>
                  <a:arcTo wR="f54" hR="f55" stAng="f7" swAng="f1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3718645" y="239975"/>
              <a:ext cx="928765" cy="928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928602"/>
                <a:gd name="f8" fmla="val 464301"/>
                <a:gd name="f9" fmla="val 207875"/>
                <a:gd name="f10" fmla="val 207911"/>
                <a:gd name="f11" fmla="val 464383"/>
                <a:gd name="f12" fmla="val 720855"/>
                <a:gd name="f13" fmla="val 928766"/>
                <a:gd name="f14" fmla="val 720727"/>
                <a:gd name="f15" fmla="+- 0 0 -90"/>
                <a:gd name="f16" fmla="*/ f3 1 928765"/>
                <a:gd name="f17" fmla="*/ f4 1 928602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28765"/>
                <a:gd name="f26" fmla="*/ f22 1 928602"/>
                <a:gd name="f27" fmla="*/ 0 f23 1"/>
                <a:gd name="f28" fmla="*/ 464301 f22 1"/>
                <a:gd name="f29" fmla="*/ 464383 f23 1"/>
                <a:gd name="f30" fmla="*/ 0 f22 1"/>
                <a:gd name="f31" fmla="*/ 928766 f23 1"/>
                <a:gd name="f32" fmla="*/ 928602 f22 1"/>
                <a:gd name="f33" fmla="+- f24 0 f1"/>
                <a:gd name="f34" fmla="*/ f27 1 928765"/>
                <a:gd name="f35" fmla="*/ f28 1 928602"/>
                <a:gd name="f36" fmla="*/ f29 1 928765"/>
                <a:gd name="f37" fmla="*/ f30 1 928602"/>
                <a:gd name="f38" fmla="*/ f31 1 928765"/>
                <a:gd name="f39" fmla="*/ f32 1 928602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28765" h="928602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0464" tIns="150464" rIns="150464" bIns="150464" anchor="ctr" anchorCtr="1" compatLnSpc="1">
              <a:noAutofit/>
            </a:bodyPr>
            <a:lstStyle/>
            <a:p>
              <a:pPr marL="0" marR="0" lvl="0" indent="0" algn="ctr" defTabSz="622304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4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Set Flashing Hour</a:t>
              </a:r>
            </a:p>
          </p:txBody>
        </p:sp>
        <p:sp>
          <p:nvSpPr>
            <p:cNvPr id="31" name="Freeform 30"/>
            <p:cNvSpPr/>
            <p:nvPr/>
          </p:nvSpPr>
          <p:spPr>
            <a:xfrm>
              <a:off x="3718645" y="1220083"/>
              <a:ext cx="928765" cy="545393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28765"/>
                <a:gd name="f7" fmla="val 545394"/>
                <a:gd name="f8" fmla="+- 0 0 -90"/>
                <a:gd name="f9" fmla="*/ f3 1 928765"/>
                <a:gd name="f10" fmla="*/ f4 1 545394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28765"/>
                <a:gd name="f19" fmla="*/ f15 1 545394"/>
                <a:gd name="f20" fmla="*/ 0 f16 1"/>
                <a:gd name="f21" fmla="*/ 0 f15 1"/>
                <a:gd name="f22" fmla="*/ 928765 f16 1"/>
                <a:gd name="f23" fmla="*/ 545394 f15 1"/>
                <a:gd name="f24" fmla="+- f17 0 f1"/>
                <a:gd name="f25" fmla="*/ f20 1 928765"/>
                <a:gd name="f26" fmla="*/ f21 1 545394"/>
                <a:gd name="f27" fmla="*/ f22 1 928765"/>
                <a:gd name="f28" fmla="*/ f23 1 545394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28765" h="545394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53336" tIns="53336" rIns="53336" bIns="53336" anchor="t" anchorCtr="0" compatLnSpc="1">
              <a:noAutofit/>
            </a:bodyPr>
            <a:lstStyle/>
            <a:p>
              <a:pPr marL="57150" marR="0" lvl="1" indent="-57150" algn="l" defTabSz="48894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Change Hour +/-</a:t>
              </a:r>
            </a:p>
          </p:txBody>
        </p:sp>
      </p:grpSp>
      <p:grpSp>
        <p:nvGrpSpPr>
          <p:cNvPr id="32" name="Diagram 6"/>
          <p:cNvGrpSpPr/>
          <p:nvPr/>
        </p:nvGrpSpPr>
        <p:grpSpPr>
          <a:xfrm>
            <a:off x="5351356" y="2308769"/>
            <a:ext cx="2075610" cy="1599339"/>
            <a:chOff x="5351356" y="2308769"/>
            <a:chExt cx="2075610" cy="1599339"/>
          </a:xfrm>
        </p:grpSpPr>
        <p:sp>
          <p:nvSpPr>
            <p:cNvPr id="33" name="Freeform 32"/>
            <p:cNvSpPr/>
            <p:nvPr/>
          </p:nvSpPr>
          <p:spPr>
            <a:xfrm>
              <a:off x="6406121" y="2308878"/>
              <a:ext cx="1020845" cy="1020827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6440137" y="2342912"/>
              <a:ext cx="952594" cy="95276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52593"/>
                <a:gd name="f7" fmla="val 952764"/>
                <a:gd name="f8" fmla="val 476382"/>
                <a:gd name="f9" fmla="val 213283"/>
                <a:gd name="f10" fmla="val 213245"/>
                <a:gd name="f11" fmla="val 476297"/>
                <a:gd name="f12" fmla="val 739349"/>
                <a:gd name="f13" fmla="val 952594"/>
                <a:gd name="f14" fmla="val 739481"/>
                <a:gd name="f15" fmla="+- 0 0 -90"/>
                <a:gd name="f16" fmla="*/ f3 1 952593"/>
                <a:gd name="f17" fmla="*/ f4 1 952764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52593"/>
                <a:gd name="f26" fmla="*/ f22 1 952764"/>
                <a:gd name="f27" fmla="*/ 0 f23 1"/>
                <a:gd name="f28" fmla="*/ 476382 f22 1"/>
                <a:gd name="f29" fmla="*/ 476297 f23 1"/>
                <a:gd name="f30" fmla="*/ 0 f22 1"/>
                <a:gd name="f31" fmla="*/ 952594 f23 1"/>
                <a:gd name="f32" fmla="*/ 952764 f22 1"/>
                <a:gd name="f33" fmla="+- f24 0 f1"/>
                <a:gd name="f34" fmla="*/ f27 1 952593"/>
                <a:gd name="f35" fmla="*/ f28 1 952764"/>
                <a:gd name="f36" fmla="*/ f29 1 952593"/>
                <a:gd name="f37" fmla="*/ f30 1 952764"/>
                <a:gd name="f38" fmla="*/ f31 1 952593"/>
                <a:gd name="f39" fmla="*/ f32 1 952764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52593" h="952764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5329" tIns="155182" rIns="154871" bIns="155182" anchor="ctr" anchorCtr="1" compatLnSpc="1">
              <a:noAutofit/>
            </a:bodyPr>
            <a:lstStyle/>
            <a:p>
              <a:pPr marL="0" marR="0" lvl="0" indent="0" algn="ctr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5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Set Flashing Minute</a:t>
              </a:r>
            </a:p>
          </p:txBody>
        </p:sp>
        <p:sp>
          <p:nvSpPr>
            <p:cNvPr id="35" name="Freeform 34"/>
            <p:cNvSpPr/>
            <p:nvPr/>
          </p:nvSpPr>
          <p:spPr>
            <a:xfrm>
              <a:off x="6440137" y="3348523"/>
              <a:ext cx="952594" cy="5595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52593"/>
                <a:gd name="f7" fmla="val 559585"/>
                <a:gd name="f8" fmla="+- 0 0 -90"/>
                <a:gd name="f9" fmla="*/ f3 1 952593"/>
                <a:gd name="f10" fmla="*/ f4 1 559585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52593"/>
                <a:gd name="f19" fmla="*/ f15 1 559585"/>
                <a:gd name="f20" fmla="*/ 0 f16 1"/>
                <a:gd name="f21" fmla="*/ 0 f15 1"/>
                <a:gd name="f22" fmla="*/ 952593 f16 1"/>
                <a:gd name="f23" fmla="*/ 559585 f15 1"/>
                <a:gd name="f24" fmla="+- f17 0 f1"/>
                <a:gd name="f25" fmla="*/ f20 1 952593"/>
                <a:gd name="f26" fmla="*/ f21 1 559585"/>
                <a:gd name="f27" fmla="*/ f22 1 952593"/>
                <a:gd name="f28" fmla="*/ f23 1 559585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52593" h="559585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57150" tIns="57150" rIns="57150" bIns="57150" anchor="t" anchorCtr="0" compatLnSpc="1">
              <a:noAutofit/>
            </a:bodyPr>
            <a:lstStyle/>
            <a:p>
              <a:pPr marL="114300" marR="0" lvl="1" indent="-114300" algn="l" defTabSz="5333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Change Minute +/-</a:t>
              </a:r>
            </a:p>
          </p:txBody>
        </p:sp>
        <p:sp>
          <p:nvSpPr>
            <p:cNvPr id="36" name="Freeform 35"/>
            <p:cNvSpPr/>
            <p:nvPr/>
          </p:nvSpPr>
          <p:spPr>
            <a:xfrm rot="2700006">
              <a:off x="5351356" y="2308769"/>
              <a:ext cx="1020881" cy="1020881"/>
            </a:xfrm>
            <a:custGeom>
              <a:avLst>
                <a:gd name="f10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sqrt 2"/>
                <a:gd name="f10" fmla="val 100000"/>
                <a:gd name="f11" fmla="+- 0 0 -180"/>
                <a:gd name="f12" fmla="+- 0 0 -360"/>
                <a:gd name="f13" fmla="abs f4"/>
                <a:gd name="f14" fmla="abs f5"/>
                <a:gd name="f15" fmla="abs f6"/>
                <a:gd name="f16" fmla="val f7"/>
                <a:gd name="f17" fmla="val f10"/>
                <a:gd name="f18" fmla="+- 2700000 f2 0"/>
                <a:gd name="f19" fmla="*/ f11 f1 1"/>
                <a:gd name="f20" fmla="*/ f12 f1 1"/>
                <a:gd name="f21" fmla="?: f13 f4 1"/>
                <a:gd name="f22" fmla="?: f14 f5 1"/>
                <a:gd name="f23" fmla="?: f15 f6 1"/>
                <a:gd name="f24" fmla="*/ f18 f8 1"/>
                <a:gd name="f25" fmla="*/ f19 1 f3"/>
                <a:gd name="f26" fmla="*/ f20 1 f3"/>
                <a:gd name="f27" fmla="*/ f21 1 21600"/>
                <a:gd name="f28" fmla="*/ f22 1 21600"/>
                <a:gd name="f29" fmla="*/ 21600 f21 1"/>
                <a:gd name="f30" fmla="*/ 21600 f22 1"/>
                <a:gd name="f31" fmla="*/ f24 1 f1"/>
                <a:gd name="f32" fmla="+- f25 0 f2"/>
                <a:gd name="f33" fmla="+- f26 0 f2"/>
                <a:gd name="f34" fmla="min f28 f27"/>
                <a:gd name="f35" fmla="*/ f29 1 f23"/>
                <a:gd name="f36" fmla="*/ f30 1 f23"/>
                <a:gd name="f37" fmla="+- 0 0 f31"/>
                <a:gd name="f38" fmla="val f35"/>
                <a:gd name="f39" fmla="val f36"/>
                <a:gd name="f40" fmla="+- 0 0 f37"/>
                <a:gd name="f41" fmla="*/ f16 f34 1"/>
                <a:gd name="f42" fmla="+- f39 0 f16"/>
                <a:gd name="f43" fmla="+- f38 0 f16"/>
                <a:gd name="f44" fmla="*/ f40 f1 1"/>
                <a:gd name="f45" fmla="*/ f38 f34 1"/>
                <a:gd name="f46" fmla="*/ f42 1 2"/>
                <a:gd name="f47" fmla="*/ f43 1 2"/>
                <a:gd name="f48" fmla="*/ f44 1 f8"/>
                <a:gd name="f49" fmla="+- f16 f46 0"/>
                <a:gd name="f50" fmla="+- f16 f47 0"/>
                <a:gd name="f51" fmla="*/ f47 f9 1"/>
                <a:gd name="f52" fmla="*/ f46 f9 1"/>
                <a:gd name="f53" fmla="+- f48 0 f2"/>
                <a:gd name="f54" fmla="*/ f47 f34 1"/>
                <a:gd name="f55" fmla="*/ f46 f34 1"/>
                <a:gd name="f56" fmla="*/ f51 f17 1"/>
                <a:gd name="f57" fmla="*/ f52 f17 1"/>
                <a:gd name="f58" fmla="cos 1 f53"/>
                <a:gd name="f59" fmla="sin 1 f53"/>
                <a:gd name="f60" fmla="*/ f49 f34 1"/>
                <a:gd name="f61" fmla="*/ f56 1 100000"/>
                <a:gd name="f62" fmla="*/ f57 1 100000"/>
                <a:gd name="f63" fmla="+- 0 0 f58"/>
                <a:gd name="f64" fmla="+- 0 0 f59"/>
                <a:gd name="f65" fmla="+- 0 0 f63"/>
                <a:gd name="f66" fmla="+- 0 0 f64"/>
                <a:gd name="f67" fmla="*/ f65 f61 1"/>
                <a:gd name="f68" fmla="*/ f66 f62 1"/>
                <a:gd name="f69" fmla="*/ f65 f47 1"/>
                <a:gd name="f70" fmla="*/ f66 f46 1"/>
                <a:gd name="f71" fmla="+- f50 f67 0"/>
                <a:gd name="f72" fmla="+- f49 0 f68"/>
                <a:gd name="f73" fmla="+- f50 0 f69"/>
                <a:gd name="f74" fmla="+- f50 f69 0"/>
                <a:gd name="f75" fmla="+- f49 0 f70"/>
                <a:gd name="f76" fmla="+- f49 f70 0"/>
                <a:gd name="f77" fmla="+- f50 f71 0"/>
                <a:gd name="f78" fmla="+- f49 f72 0"/>
                <a:gd name="f79" fmla="*/ f73 f34 1"/>
                <a:gd name="f80" fmla="*/ f75 f34 1"/>
                <a:gd name="f81" fmla="*/ f74 f34 1"/>
                <a:gd name="f82" fmla="*/ f76 f34 1"/>
                <a:gd name="f83" fmla="*/ f71 f34 1"/>
                <a:gd name="f84" fmla="*/ f72 f34 1"/>
                <a:gd name="f85" fmla="*/ f77 1 2"/>
                <a:gd name="f86" fmla="*/ f78 1 2"/>
                <a:gd name="f87" fmla="*/ f85 f34 1"/>
                <a:gd name="f88" fmla="*/ f86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81" y="f82"/>
                </a:cxn>
                <a:cxn ang="f32">
                  <a:pos x="f79" y="f82"/>
                </a:cxn>
                <a:cxn ang="f33">
                  <a:pos x="f79" y="f80"/>
                </a:cxn>
                <a:cxn ang="f33">
                  <a:pos x="f83" y="f84"/>
                </a:cxn>
              </a:cxnLst>
              <a:rect l="f79" t="f80" r="f81" b="f82"/>
              <a:pathLst>
                <a:path>
                  <a:moveTo>
                    <a:pt x="f41" y="f60"/>
                  </a:moveTo>
                  <a:arcTo wR="f54" hR="f55" stAng="f1" swAng="f2"/>
                  <a:quadBezTo>
                    <a:pt x="f87" y="f41"/>
                    <a:pt x="f83" y="f84"/>
                  </a:quadBezTo>
                  <a:quadBezTo>
                    <a:pt x="f45" y="f88"/>
                    <a:pt x="f45" y="f60"/>
                  </a:quadBezTo>
                  <a:arcTo wR="f54" hR="f55" stAng="f7" swAng="f1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5385505" y="2342912"/>
              <a:ext cx="952594" cy="952768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52593"/>
                <a:gd name="f7" fmla="val 952764"/>
                <a:gd name="f8" fmla="val 476382"/>
                <a:gd name="f9" fmla="val 213283"/>
                <a:gd name="f10" fmla="val 213245"/>
                <a:gd name="f11" fmla="val 476297"/>
                <a:gd name="f12" fmla="val 739349"/>
                <a:gd name="f13" fmla="val 952594"/>
                <a:gd name="f14" fmla="val 739481"/>
                <a:gd name="f15" fmla="+- 0 0 -90"/>
                <a:gd name="f16" fmla="*/ f3 1 952593"/>
                <a:gd name="f17" fmla="*/ f4 1 952764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52593"/>
                <a:gd name="f26" fmla="*/ f22 1 952764"/>
                <a:gd name="f27" fmla="*/ 0 f23 1"/>
                <a:gd name="f28" fmla="*/ 476382 f22 1"/>
                <a:gd name="f29" fmla="*/ 476297 f23 1"/>
                <a:gd name="f30" fmla="*/ 0 f22 1"/>
                <a:gd name="f31" fmla="*/ 952594 f23 1"/>
                <a:gd name="f32" fmla="*/ 952764 f22 1"/>
                <a:gd name="f33" fmla="+- f24 0 f1"/>
                <a:gd name="f34" fmla="*/ f27 1 952593"/>
                <a:gd name="f35" fmla="*/ f28 1 952764"/>
                <a:gd name="f36" fmla="*/ f29 1 952593"/>
                <a:gd name="f37" fmla="*/ f30 1 952764"/>
                <a:gd name="f38" fmla="*/ f31 1 952593"/>
                <a:gd name="f39" fmla="*/ f32 1 952764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52593" h="952764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5100" tIns="155182" rIns="155100" bIns="155182" anchor="ctr" anchorCtr="1" compatLnSpc="1">
              <a:noAutofit/>
            </a:bodyPr>
            <a:lstStyle/>
            <a:p>
              <a:pPr marL="0" marR="0" lvl="0" indent="0" algn="ctr" defTabSz="666753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5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Set Flashing Hour</a:t>
              </a:r>
            </a:p>
          </p:txBody>
        </p:sp>
        <p:sp>
          <p:nvSpPr>
            <p:cNvPr id="38" name="Freeform 37"/>
            <p:cNvSpPr/>
            <p:nvPr/>
          </p:nvSpPr>
          <p:spPr>
            <a:xfrm>
              <a:off x="5385505" y="3348523"/>
              <a:ext cx="952594" cy="559585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52593"/>
                <a:gd name="f7" fmla="val 559585"/>
                <a:gd name="f8" fmla="+- 0 0 -90"/>
                <a:gd name="f9" fmla="*/ f3 1 952593"/>
                <a:gd name="f10" fmla="*/ f4 1 559585"/>
                <a:gd name="f11" fmla="val f5"/>
                <a:gd name="f12" fmla="val f6"/>
                <a:gd name="f13" fmla="val f7"/>
                <a:gd name="f14" fmla="*/ f8 f0 1"/>
                <a:gd name="f15" fmla="+- f13 0 f11"/>
                <a:gd name="f16" fmla="+- f12 0 f11"/>
                <a:gd name="f17" fmla="*/ f14 1 f2"/>
                <a:gd name="f18" fmla="*/ f16 1 952593"/>
                <a:gd name="f19" fmla="*/ f15 1 559585"/>
                <a:gd name="f20" fmla="*/ 0 f16 1"/>
                <a:gd name="f21" fmla="*/ 0 f15 1"/>
                <a:gd name="f22" fmla="*/ 952593 f16 1"/>
                <a:gd name="f23" fmla="*/ 559585 f15 1"/>
                <a:gd name="f24" fmla="+- f17 0 f1"/>
                <a:gd name="f25" fmla="*/ f20 1 952593"/>
                <a:gd name="f26" fmla="*/ f21 1 559585"/>
                <a:gd name="f27" fmla="*/ f22 1 952593"/>
                <a:gd name="f28" fmla="*/ f23 1 559585"/>
                <a:gd name="f29" fmla="*/ f11 1 f18"/>
                <a:gd name="f30" fmla="*/ f12 1 f18"/>
                <a:gd name="f31" fmla="*/ f11 1 f19"/>
                <a:gd name="f32" fmla="*/ f13 1 f19"/>
                <a:gd name="f33" fmla="*/ f25 1 f18"/>
                <a:gd name="f34" fmla="*/ f26 1 f19"/>
                <a:gd name="f35" fmla="*/ f27 1 f18"/>
                <a:gd name="f36" fmla="*/ f28 1 f19"/>
                <a:gd name="f37" fmla="*/ f29 f9 1"/>
                <a:gd name="f38" fmla="*/ f30 f9 1"/>
                <a:gd name="f39" fmla="*/ f32 f10 1"/>
                <a:gd name="f40" fmla="*/ f31 f10 1"/>
                <a:gd name="f41" fmla="*/ f33 f9 1"/>
                <a:gd name="f42" fmla="*/ f34 f10 1"/>
                <a:gd name="f43" fmla="*/ f35 f9 1"/>
                <a:gd name="f44" fmla="*/ f36 f10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4">
                  <a:pos x="f41" y="f42"/>
                </a:cxn>
                <a:cxn ang="f24">
                  <a:pos x="f43" y="f42"/>
                </a:cxn>
                <a:cxn ang="f24">
                  <a:pos x="f43" y="f44"/>
                </a:cxn>
                <a:cxn ang="f24">
                  <a:pos x="f41" y="f44"/>
                </a:cxn>
                <a:cxn ang="f24">
                  <a:pos x="f41" y="f42"/>
                </a:cxn>
              </a:cxnLst>
              <a:rect l="f37" t="f40" r="f38" b="f39"/>
              <a:pathLst>
                <a:path w="952593" h="559585">
                  <a:moveTo>
                    <a:pt x="f5" y="f5"/>
                  </a:moveTo>
                  <a:lnTo>
                    <a:pt x="f6" y="f5"/>
                  </a:lnTo>
                  <a:lnTo>
                    <a:pt x="f6" y="f7"/>
                  </a:lnTo>
                  <a:lnTo>
                    <a:pt x="f5" y="f7"/>
                  </a:lnTo>
                  <a:lnTo>
                    <a:pt x="f5" y="f5"/>
                  </a:lnTo>
                  <a:close/>
                </a:path>
              </a:pathLst>
            </a:custGeom>
            <a:noFill/>
            <a:ln cap="flat">
              <a:noFill/>
              <a:prstDash val="solid"/>
            </a:ln>
          </p:spPr>
          <p:txBody>
            <a:bodyPr vert="horz" wrap="square" lIns="57150" tIns="57150" rIns="57150" bIns="57150" anchor="t" anchorCtr="0" compatLnSpc="1">
              <a:noAutofit/>
            </a:bodyPr>
            <a:lstStyle/>
            <a:p>
              <a:pPr marL="114300" marR="0" lvl="1" indent="-114300" algn="l" defTabSz="533396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200"/>
                </a:spcAft>
                <a:buSzPct val="100000"/>
                <a:buChar char="•"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2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Change Hour +/-</a:t>
              </a:r>
            </a:p>
          </p:txBody>
        </p:sp>
      </p:grpSp>
      <p:grpSp>
        <p:nvGrpSpPr>
          <p:cNvPr id="39" name="Diagram 7"/>
          <p:cNvGrpSpPr/>
          <p:nvPr/>
        </p:nvGrpSpPr>
        <p:grpSpPr>
          <a:xfrm>
            <a:off x="3472795" y="5646281"/>
            <a:ext cx="2077438" cy="1021843"/>
            <a:chOff x="3472795" y="5646281"/>
            <a:chExt cx="2077438" cy="1021843"/>
          </a:xfrm>
        </p:grpSpPr>
        <p:sp>
          <p:nvSpPr>
            <p:cNvPr id="40" name="Freeform 39"/>
            <p:cNvSpPr/>
            <p:nvPr/>
          </p:nvSpPr>
          <p:spPr>
            <a:xfrm>
              <a:off x="4528492" y="5646392"/>
              <a:ext cx="1021741" cy="1021732"/>
            </a:xfrm>
            <a:custGeom>
              <a:avLst/>
              <a:gdLst>
                <a:gd name="f0" fmla="val 21600000"/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+- 0 0 -360"/>
                <a:gd name="f10" fmla="+- 0 0 -180"/>
                <a:gd name="f11" fmla="abs f4"/>
                <a:gd name="f12" fmla="abs f5"/>
                <a:gd name="f13" fmla="abs f6"/>
                <a:gd name="f14" fmla="val f7"/>
                <a:gd name="f15" fmla="+- 2700000 f2 0"/>
                <a:gd name="f16" fmla="*/ f9 f1 1"/>
                <a:gd name="f17" fmla="*/ f10 f1 1"/>
                <a:gd name="f18" fmla="?: f11 f4 1"/>
                <a:gd name="f19" fmla="?: f12 f5 1"/>
                <a:gd name="f20" fmla="?: f13 f6 1"/>
                <a:gd name="f21" fmla="*/ f15 f8 1"/>
                <a:gd name="f22" fmla="*/ f16 1 f3"/>
                <a:gd name="f23" fmla="*/ f17 1 f3"/>
                <a:gd name="f24" fmla="*/ f18 1 21600"/>
                <a:gd name="f25" fmla="*/ f19 1 21600"/>
                <a:gd name="f26" fmla="*/ 21600 f18 1"/>
                <a:gd name="f27" fmla="*/ 21600 f19 1"/>
                <a:gd name="f28" fmla="*/ f21 1 f1"/>
                <a:gd name="f29" fmla="+- f22 0 f2"/>
                <a:gd name="f30" fmla="+- f23 0 f2"/>
                <a:gd name="f31" fmla="min f25 f24"/>
                <a:gd name="f32" fmla="*/ f26 1 f20"/>
                <a:gd name="f33" fmla="*/ f27 1 f20"/>
                <a:gd name="f34" fmla="+- 0 0 f28"/>
                <a:gd name="f35" fmla="val f32"/>
                <a:gd name="f36" fmla="val f33"/>
                <a:gd name="f37" fmla="+- 0 0 f34"/>
                <a:gd name="f38" fmla="*/ f14 f31 1"/>
                <a:gd name="f39" fmla="+- f36 0 f14"/>
                <a:gd name="f40" fmla="+- f35 0 f14"/>
                <a:gd name="f41" fmla="*/ f37 f1 1"/>
                <a:gd name="f42" fmla="*/ f39 1 2"/>
                <a:gd name="f43" fmla="*/ f40 1 2"/>
                <a:gd name="f44" fmla="*/ f41 1 f8"/>
                <a:gd name="f45" fmla="+- f14 f42 0"/>
                <a:gd name="f46" fmla="+- f14 f43 0"/>
                <a:gd name="f47" fmla="+- f44 0 f2"/>
                <a:gd name="f48" fmla="*/ f43 f31 1"/>
                <a:gd name="f49" fmla="*/ f42 f31 1"/>
                <a:gd name="f50" fmla="cos 1 f47"/>
                <a:gd name="f51" fmla="sin 1 f47"/>
                <a:gd name="f52" fmla="*/ f45 f31 1"/>
                <a:gd name="f53" fmla="+- 0 0 f50"/>
                <a:gd name="f54" fmla="+- 0 0 f51"/>
                <a:gd name="f55" fmla="+- 0 0 f53"/>
                <a:gd name="f56" fmla="+- 0 0 f54"/>
                <a:gd name="f57" fmla="*/ f55 f43 1"/>
                <a:gd name="f58" fmla="*/ f56 f42 1"/>
                <a:gd name="f59" fmla="+- f46 0 f57"/>
                <a:gd name="f60" fmla="+- f46 f57 0"/>
                <a:gd name="f61" fmla="+- f45 0 f58"/>
                <a:gd name="f62" fmla="+- f45 f58 0"/>
                <a:gd name="f63" fmla="*/ f59 f31 1"/>
                <a:gd name="f64" fmla="*/ f61 f31 1"/>
                <a:gd name="f65" fmla="*/ f60 f31 1"/>
                <a:gd name="f66" fmla="*/ f62 f31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9">
                  <a:pos x="f63" y="f64"/>
                </a:cxn>
                <a:cxn ang="f30">
                  <a:pos x="f63" y="f66"/>
                </a:cxn>
                <a:cxn ang="f30">
                  <a:pos x="f65" y="f66"/>
                </a:cxn>
                <a:cxn ang="f29">
                  <a:pos x="f65" y="f64"/>
                </a:cxn>
              </a:cxnLst>
              <a:rect l="f63" t="f64" r="f65" b="f66"/>
              <a:pathLst>
                <a:path>
                  <a:moveTo>
                    <a:pt x="f38" y="f52"/>
                  </a:moveTo>
                  <a:arcTo wR="f48" hR="f49" stAng="f1" swAng="f0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4562535" y="5680463"/>
              <a:ext cx="953426" cy="953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53431"/>
                <a:gd name="f7" fmla="val 953602"/>
                <a:gd name="f8" fmla="val 476801"/>
                <a:gd name="f9" fmla="val 213471"/>
                <a:gd name="f10" fmla="val 213433"/>
                <a:gd name="f11" fmla="val 476716"/>
                <a:gd name="f12" fmla="val 739999"/>
                <a:gd name="f13" fmla="val 953432"/>
                <a:gd name="f14" fmla="val 740131"/>
                <a:gd name="f15" fmla="+- 0 0 -90"/>
                <a:gd name="f16" fmla="*/ f3 1 953431"/>
                <a:gd name="f17" fmla="*/ f4 1 953602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53431"/>
                <a:gd name="f26" fmla="*/ f22 1 953602"/>
                <a:gd name="f27" fmla="*/ 0 f23 1"/>
                <a:gd name="f28" fmla="*/ 476801 f22 1"/>
                <a:gd name="f29" fmla="*/ 476716 f23 1"/>
                <a:gd name="f30" fmla="*/ 0 f22 1"/>
                <a:gd name="f31" fmla="*/ 953432 f23 1"/>
                <a:gd name="f32" fmla="*/ 953602 f22 1"/>
                <a:gd name="f33" fmla="+- f24 0 f1"/>
                <a:gd name="f34" fmla="*/ f27 1 953431"/>
                <a:gd name="f35" fmla="*/ f28 1 953602"/>
                <a:gd name="f36" fmla="*/ f29 1 953431"/>
                <a:gd name="f37" fmla="*/ f30 1 953602"/>
                <a:gd name="f38" fmla="*/ f31 1 953431"/>
                <a:gd name="f39" fmla="*/ f32 1 953602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53431" h="953602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0373" tIns="150226" rIns="149915" bIns="150226" anchor="ctr" anchorCtr="1" compatLnSpc="1">
              <a:noAutofit/>
            </a:bodyPr>
            <a:lstStyle/>
            <a:p>
              <a:pPr marL="0" marR="0" lvl="0" indent="0" algn="ctr" defTabSz="48894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Start countdown</a:t>
              </a:r>
            </a:p>
          </p:txBody>
        </p:sp>
        <p:sp>
          <p:nvSpPr>
            <p:cNvPr id="42" name="Freeform 41"/>
            <p:cNvSpPr/>
            <p:nvPr/>
          </p:nvSpPr>
          <p:spPr>
            <a:xfrm rot="2700006">
              <a:off x="3472795" y="5646281"/>
              <a:ext cx="1021777" cy="1021777"/>
            </a:xfrm>
            <a:custGeom>
              <a:avLst>
                <a:gd name="f10" fmla="val 1000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ss"/>
                <a:gd name="f7" fmla="val 0"/>
                <a:gd name="f8" fmla="*/ 5419351 1 1725033"/>
                <a:gd name="f9" fmla="sqrt 2"/>
                <a:gd name="f10" fmla="val 100000"/>
                <a:gd name="f11" fmla="+- 0 0 -180"/>
                <a:gd name="f12" fmla="+- 0 0 -360"/>
                <a:gd name="f13" fmla="abs f4"/>
                <a:gd name="f14" fmla="abs f5"/>
                <a:gd name="f15" fmla="abs f6"/>
                <a:gd name="f16" fmla="val f7"/>
                <a:gd name="f17" fmla="val f10"/>
                <a:gd name="f18" fmla="+- 2700000 f2 0"/>
                <a:gd name="f19" fmla="*/ f11 f1 1"/>
                <a:gd name="f20" fmla="*/ f12 f1 1"/>
                <a:gd name="f21" fmla="?: f13 f4 1"/>
                <a:gd name="f22" fmla="?: f14 f5 1"/>
                <a:gd name="f23" fmla="?: f15 f6 1"/>
                <a:gd name="f24" fmla="*/ f18 f8 1"/>
                <a:gd name="f25" fmla="*/ f19 1 f3"/>
                <a:gd name="f26" fmla="*/ f20 1 f3"/>
                <a:gd name="f27" fmla="*/ f21 1 21600"/>
                <a:gd name="f28" fmla="*/ f22 1 21600"/>
                <a:gd name="f29" fmla="*/ 21600 f21 1"/>
                <a:gd name="f30" fmla="*/ 21600 f22 1"/>
                <a:gd name="f31" fmla="*/ f24 1 f1"/>
                <a:gd name="f32" fmla="+- f25 0 f2"/>
                <a:gd name="f33" fmla="+- f26 0 f2"/>
                <a:gd name="f34" fmla="min f28 f27"/>
                <a:gd name="f35" fmla="*/ f29 1 f23"/>
                <a:gd name="f36" fmla="*/ f30 1 f23"/>
                <a:gd name="f37" fmla="+- 0 0 f31"/>
                <a:gd name="f38" fmla="val f35"/>
                <a:gd name="f39" fmla="val f36"/>
                <a:gd name="f40" fmla="+- 0 0 f37"/>
                <a:gd name="f41" fmla="*/ f16 f34 1"/>
                <a:gd name="f42" fmla="+- f39 0 f16"/>
                <a:gd name="f43" fmla="+- f38 0 f16"/>
                <a:gd name="f44" fmla="*/ f40 f1 1"/>
                <a:gd name="f45" fmla="*/ f38 f34 1"/>
                <a:gd name="f46" fmla="*/ f42 1 2"/>
                <a:gd name="f47" fmla="*/ f43 1 2"/>
                <a:gd name="f48" fmla="*/ f44 1 f8"/>
                <a:gd name="f49" fmla="+- f16 f46 0"/>
                <a:gd name="f50" fmla="+- f16 f47 0"/>
                <a:gd name="f51" fmla="*/ f47 f9 1"/>
                <a:gd name="f52" fmla="*/ f46 f9 1"/>
                <a:gd name="f53" fmla="+- f48 0 f2"/>
                <a:gd name="f54" fmla="*/ f47 f34 1"/>
                <a:gd name="f55" fmla="*/ f46 f34 1"/>
                <a:gd name="f56" fmla="*/ f51 f17 1"/>
                <a:gd name="f57" fmla="*/ f52 f17 1"/>
                <a:gd name="f58" fmla="cos 1 f53"/>
                <a:gd name="f59" fmla="sin 1 f53"/>
                <a:gd name="f60" fmla="*/ f49 f34 1"/>
                <a:gd name="f61" fmla="*/ f56 1 100000"/>
                <a:gd name="f62" fmla="*/ f57 1 100000"/>
                <a:gd name="f63" fmla="+- 0 0 f58"/>
                <a:gd name="f64" fmla="+- 0 0 f59"/>
                <a:gd name="f65" fmla="+- 0 0 f63"/>
                <a:gd name="f66" fmla="+- 0 0 f64"/>
                <a:gd name="f67" fmla="*/ f65 f61 1"/>
                <a:gd name="f68" fmla="*/ f66 f62 1"/>
                <a:gd name="f69" fmla="*/ f65 f47 1"/>
                <a:gd name="f70" fmla="*/ f66 f46 1"/>
                <a:gd name="f71" fmla="+- f50 f67 0"/>
                <a:gd name="f72" fmla="+- f49 0 f68"/>
                <a:gd name="f73" fmla="+- f50 0 f69"/>
                <a:gd name="f74" fmla="+- f50 f69 0"/>
                <a:gd name="f75" fmla="+- f49 0 f70"/>
                <a:gd name="f76" fmla="+- f49 f70 0"/>
                <a:gd name="f77" fmla="+- f50 f71 0"/>
                <a:gd name="f78" fmla="+- f49 f72 0"/>
                <a:gd name="f79" fmla="*/ f73 f34 1"/>
                <a:gd name="f80" fmla="*/ f75 f34 1"/>
                <a:gd name="f81" fmla="*/ f74 f34 1"/>
                <a:gd name="f82" fmla="*/ f76 f34 1"/>
                <a:gd name="f83" fmla="*/ f71 f34 1"/>
                <a:gd name="f84" fmla="*/ f72 f34 1"/>
                <a:gd name="f85" fmla="*/ f77 1 2"/>
                <a:gd name="f86" fmla="*/ f78 1 2"/>
                <a:gd name="f87" fmla="*/ f85 f34 1"/>
                <a:gd name="f88" fmla="*/ f86 f34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2">
                  <a:pos x="f81" y="f82"/>
                </a:cxn>
                <a:cxn ang="f32">
                  <a:pos x="f79" y="f82"/>
                </a:cxn>
                <a:cxn ang="f33">
                  <a:pos x="f79" y="f80"/>
                </a:cxn>
                <a:cxn ang="f33">
                  <a:pos x="f83" y="f84"/>
                </a:cxn>
              </a:cxnLst>
              <a:rect l="f79" t="f80" r="f81" b="f82"/>
              <a:pathLst>
                <a:path>
                  <a:moveTo>
                    <a:pt x="f41" y="f60"/>
                  </a:moveTo>
                  <a:arcTo wR="f54" hR="f55" stAng="f1" swAng="f2"/>
                  <a:quadBezTo>
                    <a:pt x="f87" y="f41"/>
                    <a:pt x="f83" y="f84"/>
                  </a:quadBezTo>
                  <a:quadBezTo>
                    <a:pt x="f45" y="f88"/>
                    <a:pt x="f45" y="f60"/>
                  </a:quadBezTo>
                  <a:arcTo wR="f54" hR="f55" stAng="f7" swAng="f1"/>
                  <a:close/>
                </a:path>
              </a:pathLst>
            </a:custGeom>
            <a:solidFill>
              <a:srgbClr val="5B9BD5"/>
            </a:solidFill>
            <a:ln w="12701" cap="flat">
              <a:solidFill>
                <a:srgbClr val="FFFFFF"/>
              </a:solidFill>
              <a:prstDash val="solid"/>
              <a:miter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3506970" y="5680463"/>
              <a:ext cx="953426" cy="95360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953431"/>
                <a:gd name="f7" fmla="val 953602"/>
                <a:gd name="f8" fmla="val 476801"/>
                <a:gd name="f9" fmla="val 213471"/>
                <a:gd name="f10" fmla="val 213433"/>
                <a:gd name="f11" fmla="val 476716"/>
                <a:gd name="f12" fmla="val 739999"/>
                <a:gd name="f13" fmla="val 953432"/>
                <a:gd name="f14" fmla="val 740131"/>
                <a:gd name="f15" fmla="+- 0 0 -90"/>
                <a:gd name="f16" fmla="*/ f3 1 953431"/>
                <a:gd name="f17" fmla="*/ f4 1 953602"/>
                <a:gd name="f18" fmla="val f5"/>
                <a:gd name="f19" fmla="val f6"/>
                <a:gd name="f20" fmla="val f7"/>
                <a:gd name="f21" fmla="*/ f15 f0 1"/>
                <a:gd name="f22" fmla="+- f20 0 f18"/>
                <a:gd name="f23" fmla="+- f19 0 f18"/>
                <a:gd name="f24" fmla="*/ f21 1 f2"/>
                <a:gd name="f25" fmla="*/ f23 1 953431"/>
                <a:gd name="f26" fmla="*/ f22 1 953602"/>
                <a:gd name="f27" fmla="*/ 0 f23 1"/>
                <a:gd name="f28" fmla="*/ 476801 f22 1"/>
                <a:gd name="f29" fmla="*/ 476716 f23 1"/>
                <a:gd name="f30" fmla="*/ 0 f22 1"/>
                <a:gd name="f31" fmla="*/ 953432 f23 1"/>
                <a:gd name="f32" fmla="*/ 953602 f22 1"/>
                <a:gd name="f33" fmla="+- f24 0 f1"/>
                <a:gd name="f34" fmla="*/ f27 1 953431"/>
                <a:gd name="f35" fmla="*/ f28 1 953602"/>
                <a:gd name="f36" fmla="*/ f29 1 953431"/>
                <a:gd name="f37" fmla="*/ f30 1 953602"/>
                <a:gd name="f38" fmla="*/ f31 1 953431"/>
                <a:gd name="f39" fmla="*/ f32 1 953602"/>
                <a:gd name="f40" fmla="*/ f18 1 f25"/>
                <a:gd name="f41" fmla="*/ f19 1 f25"/>
                <a:gd name="f42" fmla="*/ f18 1 f26"/>
                <a:gd name="f43" fmla="*/ f20 1 f26"/>
                <a:gd name="f44" fmla="*/ f34 1 f25"/>
                <a:gd name="f45" fmla="*/ f35 1 f26"/>
                <a:gd name="f46" fmla="*/ f36 1 f25"/>
                <a:gd name="f47" fmla="*/ f37 1 f26"/>
                <a:gd name="f48" fmla="*/ f38 1 f25"/>
                <a:gd name="f49" fmla="*/ f39 1 f26"/>
                <a:gd name="f50" fmla="*/ f40 f16 1"/>
                <a:gd name="f51" fmla="*/ f41 f16 1"/>
                <a:gd name="f52" fmla="*/ f43 f17 1"/>
                <a:gd name="f53" fmla="*/ f42 f17 1"/>
                <a:gd name="f54" fmla="*/ f44 f16 1"/>
                <a:gd name="f55" fmla="*/ f45 f17 1"/>
                <a:gd name="f56" fmla="*/ f46 f16 1"/>
                <a:gd name="f57" fmla="*/ f47 f17 1"/>
                <a:gd name="f58" fmla="*/ f48 f16 1"/>
                <a:gd name="f59" fmla="*/ f49 f17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3">
                  <a:pos x="f54" y="f55"/>
                </a:cxn>
                <a:cxn ang="f33">
                  <a:pos x="f56" y="f57"/>
                </a:cxn>
                <a:cxn ang="f33">
                  <a:pos x="f58" y="f55"/>
                </a:cxn>
                <a:cxn ang="f33">
                  <a:pos x="f56" y="f59"/>
                </a:cxn>
                <a:cxn ang="f33">
                  <a:pos x="f54" y="f55"/>
                </a:cxn>
              </a:cxnLst>
              <a:rect l="f50" t="f53" r="f51" b="f52"/>
              <a:pathLst>
                <a:path w="953431" h="953602">
                  <a:moveTo>
                    <a:pt x="f5" y="f8"/>
                  </a:moveTo>
                  <a:cubicBezTo>
                    <a:pt x="f5" y="f9"/>
                    <a:pt x="f10" y="f5"/>
                    <a:pt x="f11" y="f5"/>
                  </a:cubicBezTo>
                  <a:cubicBezTo>
                    <a:pt x="f12" y="f5"/>
                    <a:pt x="f13" y="f9"/>
                    <a:pt x="f13" y="f8"/>
                  </a:cubicBezTo>
                  <a:cubicBezTo>
                    <a:pt x="f13" y="f14"/>
                    <a:pt x="f12" y="f7"/>
                    <a:pt x="f11" y="f7"/>
                  </a:cubicBezTo>
                  <a:cubicBezTo>
                    <a:pt x="f10" y="f7"/>
                    <a:pt x="f5" y="f14"/>
                    <a:pt x="f5" y="f8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 w="12701" cap="flat">
              <a:solidFill>
                <a:srgbClr val="5B9BD5"/>
              </a:solidFill>
              <a:prstDash val="solid"/>
              <a:miter/>
            </a:ln>
          </p:spPr>
          <p:txBody>
            <a:bodyPr vert="horz" wrap="square" lIns="150144" tIns="150226" rIns="150144" bIns="150226" anchor="ctr" anchorCtr="1" compatLnSpc="1">
              <a:noAutofit/>
            </a:bodyPr>
            <a:lstStyle/>
            <a:p>
              <a:pPr marL="0" marR="0" lvl="0" indent="0" algn="ctr" defTabSz="488947" rtl="0" fontAlgn="auto" hangingPunct="1">
                <a:lnSpc>
                  <a:spcPct val="90000"/>
                </a:lnSpc>
                <a:spcBef>
                  <a:spcPts val="0"/>
                </a:spcBef>
                <a:spcAft>
                  <a:spcPts val="50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US" sz="1100" b="0" i="0" u="none" strike="noStrike" kern="1200" cap="none" spc="0" baseline="0">
                  <a:solidFill>
                    <a:srgbClr val="000000"/>
                  </a:solidFill>
                  <a:uFillTx/>
                  <a:latin typeface="Calibri"/>
                </a:rPr>
                <a:t>Change minutes +/-</a:t>
              </a:r>
            </a:p>
          </p:txBody>
        </p:sp>
      </p:grpSp>
      <p:sp>
        <p:nvSpPr>
          <p:cNvPr id="44" name="Oval 8"/>
          <p:cNvSpPr/>
          <p:nvPr/>
        </p:nvSpPr>
        <p:spPr>
          <a:xfrm>
            <a:off x="5183248" y="4245220"/>
            <a:ext cx="2075688" cy="97320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Change mode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Red ticks = Alarm off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Green ticks = Alarm on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0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Blue hand = Alarm mode</a:t>
            </a:r>
          </a:p>
        </p:txBody>
      </p:sp>
      <p:sp>
        <p:nvSpPr>
          <p:cNvPr id="45" name="Oval 9"/>
          <p:cNvSpPr/>
          <p:nvPr/>
        </p:nvSpPr>
        <p:spPr>
          <a:xfrm>
            <a:off x="1647108" y="5742047"/>
            <a:ext cx="918971" cy="8547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Reset timer</a:t>
            </a:r>
            <a:endParaRPr lang="en-US" sz="9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6" name="Oval 10"/>
          <p:cNvSpPr/>
          <p:nvPr/>
        </p:nvSpPr>
        <p:spPr>
          <a:xfrm>
            <a:off x="649635" y="219520"/>
            <a:ext cx="1572768" cy="973205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4472C4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Change mode +/-</a:t>
            </a: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7" name="Left-Right Arrow 23"/>
          <p:cNvSpPr/>
          <p:nvPr/>
        </p:nvSpPr>
        <p:spPr>
          <a:xfrm rot="2662947">
            <a:off x="1987878" y="1074301"/>
            <a:ext cx="488728" cy="290102"/>
          </a:xfrm>
          <a:custGeom>
            <a:avLst>
              <a:gd name="f9" fmla="val 50000"/>
              <a:gd name="f10" fmla="val 500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ss"/>
              <a:gd name="f8" fmla="val 0"/>
              <a:gd name="f9" fmla="val 50000"/>
              <a:gd name="f10" fmla="val 50000"/>
              <a:gd name="f11" fmla="+- 0 0 -360"/>
              <a:gd name="f12" fmla="+- 0 0 -180"/>
              <a:gd name="f13" fmla="abs f5"/>
              <a:gd name="f14" fmla="abs f6"/>
              <a:gd name="f15" fmla="abs f7"/>
              <a:gd name="f16" fmla="val f8"/>
              <a:gd name="f17" fmla="val f9"/>
              <a:gd name="f18" fmla="val f10"/>
              <a:gd name="f19" fmla="*/ f11 f2 1"/>
              <a:gd name="f20" fmla="*/ f12 f2 1"/>
              <a:gd name="f21" fmla="?: f13 f5 1"/>
              <a:gd name="f22" fmla="?: f14 f6 1"/>
              <a:gd name="f23" fmla="?: f15 f7 1"/>
              <a:gd name="f24" fmla="*/ f19 1 f4"/>
              <a:gd name="f25" fmla="*/ f20 1 f4"/>
              <a:gd name="f26" fmla="*/ f21 1 21600"/>
              <a:gd name="f27" fmla="*/ f22 1 21600"/>
              <a:gd name="f28" fmla="*/ 21600 f21 1"/>
              <a:gd name="f29" fmla="*/ 21600 f22 1"/>
              <a:gd name="f30" fmla="+- f24 0 f3"/>
              <a:gd name="f31" fmla="+- f25 0 f3"/>
              <a:gd name="f32" fmla="min f27 f26"/>
              <a:gd name="f33" fmla="*/ f28 1 f23"/>
              <a:gd name="f34" fmla="*/ f29 1 f23"/>
              <a:gd name="f35" fmla="val f33"/>
              <a:gd name="f36" fmla="val f34"/>
              <a:gd name="f37" fmla="*/ f16 f32 1"/>
              <a:gd name="f38" fmla="+- f36 0 f16"/>
              <a:gd name="f39" fmla="+- f35 0 f16"/>
              <a:gd name="f40" fmla="*/ f35 f32 1"/>
              <a:gd name="f41" fmla="*/ f36 f32 1"/>
              <a:gd name="f42" fmla="*/ f38 1 2"/>
              <a:gd name="f43" fmla="*/ f39 1 2"/>
              <a:gd name="f44" fmla="min f39 f38"/>
              <a:gd name="f45" fmla="*/ f38 f17 1"/>
              <a:gd name="f46" fmla="+- f16 f42 0"/>
              <a:gd name="f47" fmla="+- f16 f43 0"/>
              <a:gd name="f48" fmla="*/ f44 f18 1"/>
              <a:gd name="f49" fmla="*/ f45 1 200000"/>
              <a:gd name="f50" fmla="*/ f48 1 100000"/>
              <a:gd name="f51" fmla="+- f46 0 f49"/>
              <a:gd name="f52" fmla="+- f46 f49 0"/>
              <a:gd name="f53" fmla="*/ f46 f32 1"/>
              <a:gd name="f54" fmla="*/ f47 f32 1"/>
              <a:gd name="f55" fmla="+- f35 0 f50"/>
              <a:gd name="f56" fmla="*/ f51 f50 1"/>
              <a:gd name="f57" fmla="*/ f51 f32 1"/>
              <a:gd name="f58" fmla="*/ f52 f32 1"/>
              <a:gd name="f59" fmla="*/ f50 f32 1"/>
              <a:gd name="f60" fmla="*/ f56 1 f42"/>
              <a:gd name="f61" fmla="*/ f55 f32 1"/>
              <a:gd name="f62" fmla="+- f50 0 f60"/>
              <a:gd name="f63" fmla="+- f55 f60 0"/>
              <a:gd name="f64" fmla="*/ f62 f32 1"/>
              <a:gd name="f65" fmla="*/ f63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1" y="f37"/>
              </a:cxn>
              <a:cxn ang="f30">
                <a:pos x="f54" y="f57"/>
              </a:cxn>
              <a:cxn ang="f30">
                <a:pos x="f59" y="f37"/>
              </a:cxn>
              <a:cxn ang="f31">
                <a:pos x="f59" y="f41"/>
              </a:cxn>
              <a:cxn ang="f31">
                <a:pos x="f54" y="f58"/>
              </a:cxn>
              <a:cxn ang="f31">
                <a:pos x="f61" y="f41"/>
              </a:cxn>
            </a:cxnLst>
            <a:rect l="f64" t="f57" r="f65" b="f58"/>
            <a:pathLst>
              <a:path>
                <a:moveTo>
                  <a:pt x="f37" y="f53"/>
                </a:moveTo>
                <a:lnTo>
                  <a:pt x="f59" y="f37"/>
                </a:lnTo>
                <a:lnTo>
                  <a:pt x="f59" y="f57"/>
                </a:lnTo>
                <a:lnTo>
                  <a:pt x="f61" y="f57"/>
                </a:lnTo>
                <a:lnTo>
                  <a:pt x="f61" y="f37"/>
                </a:lnTo>
                <a:lnTo>
                  <a:pt x="f40" y="f53"/>
                </a:lnTo>
                <a:lnTo>
                  <a:pt x="f61" y="f41"/>
                </a:lnTo>
                <a:lnTo>
                  <a:pt x="f61" y="f58"/>
                </a:lnTo>
                <a:lnTo>
                  <a:pt x="f59" y="f58"/>
                </a:lnTo>
                <a:lnTo>
                  <a:pt x="f59" y="f41"/>
                </a:lnTo>
                <a:close/>
              </a:path>
            </a:pathLst>
          </a:custGeom>
          <a:solidFill>
            <a:srgbClr val="FF3399"/>
          </a:solidFill>
          <a:ln w="6345" cap="flat">
            <a:solidFill>
              <a:srgbClr val="ED7D3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8" name="Left-Right Arrow 24"/>
          <p:cNvSpPr/>
          <p:nvPr/>
        </p:nvSpPr>
        <p:spPr>
          <a:xfrm rot="2716026">
            <a:off x="4834286" y="4137422"/>
            <a:ext cx="550926" cy="274960"/>
          </a:xfrm>
          <a:custGeom>
            <a:avLst>
              <a:gd name="f9" fmla="val 50000"/>
              <a:gd name="f10" fmla="val 50000"/>
            </a:avLst>
            <a:gdLst>
              <a:gd name="f2" fmla="val 10800000"/>
              <a:gd name="f3" fmla="val 5400000"/>
              <a:gd name="f4" fmla="val 180"/>
              <a:gd name="f5" fmla="val w"/>
              <a:gd name="f6" fmla="val h"/>
              <a:gd name="f7" fmla="val ss"/>
              <a:gd name="f8" fmla="val 0"/>
              <a:gd name="f9" fmla="val 50000"/>
              <a:gd name="f10" fmla="val 50000"/>
              <a:gd name="f11" fmla="+- 0 0 -360"/>
              <a:gd name="f12" fmla="+- 0 0 -180"/>
              <a:gd name="f13" fmla="abs f5"/>
              <a:gd name="f14" fmla="abs f6"/>
              <a:gd name="f15" fmla="abs f7"/>
              <a:gd name="f16" fmla="val f8"/>
              <a:gd name="f17" fmla="val f9"/>
              <a:gd name="f18" fmla="val f10"/>
              <a:gd name="f19" fmla="*/ f11 f2 1"/>
              <a:gd name="f20" fmla="*/ f12 f2 1"/>
              <a:gd name="f21" fmla="?: f13 f5 1"/>
              <a:gd name="f22" fmla="?: f14 f6 1"/>
              <a:gd name="f23" fmla="?: f15 f7 1"/>
              <a:gd name="f24" fmla="*/ f19 1 f4"/>
              <a:gd name="f25" fmla="*/ f20 1 f4"/>
              <a:gd name="f26" fmla="*/ f21 1 21600"/>
              <a:gd name="f27" fmla="*/ f22 1 21600"/>
              <a:gd name="f28" fmla="*/ 21600 f21 1"/>
              <a:gd name="f29" fmla="*/ 21600 f22 1"/>
              <a:gd name="f30" fmla="+- f24 0 f3"/>
              <a:gd name="f31" fmla="+- f25 0 f3"/>
              <a:gd name="f32" fmla="min f27 f26"/>
              <a:gd name="f33" fmla="*/ f28 1 f23"/>
              <a:gd name="f34" fmla="*/ f29 1 f23"/>
              <a:gd name="f35" fmla="val f33"/>
              <a:gd name="f36" fmla="val f34"/>
              <a:gd name="f37" fmla="*/ f16 f32 1"/>
              <a:gd name="f38" fmla="+- f36 0 f16"/>
              <a:gd name="f39" fmla="+- f35 0 f16"/>
              <a:gd name="f40" fmla="*/ f35 f32 1"/>
              <a:gd name="f41" fmla="*/ f36 f32 1"/>
              <a:gd name="f42" fmla="*/ f38 1 2"/>
              <a:gd name="f43" fmla="*/ f39 1 2"/>
              <a:gd name="f44" fmla="min f39 f38"/>
              <a:gd name="f45" fmla="*/ f38 f17 1"/>
              <a:gd name="f46" fmla="+- f16 f42 0"/>
              <a:gd name="f47" fmla="+- f16 f43 0"/>
              <a:gd name="f48" fmla="*/ f44 f18 1"/>
              <a:gd name="f49" fmla="*/ f45 1 200000"/>
              <a:gd name="f50" fmla="*/ f48 1 100000"/>
              <a:gd name="f51" fmla="+- f46 0 f49"/>
              <a:gd name="f52" fmla="+- f46 f49 0"/>
              <a:gd name="f53" fmla="*/ f46 f32 1"/>
              <a:gd name="f54" fmla="*/ f47 f32 1"/>
              <a:gd name="f55" fmla="+- f35 0 f50"/>
              <a:gd name="f56" fmla="*/ f51 f50 1"/>
              <a:gd name="f57" fmla="*/ f51 f32 1"/>
              <a:gd name="f58" fmla="*/ f52 f32 1"/>
              <a:gd name="f59" fmla="*/ f50 f32 1"/>
              <a:gd name="f60" fmla="*/ f56 1 f42"/>
              <a:gd name="f61" fmla="*/ f55 f32 1"/>
              <a:gd name="f62" fmla="+- f50 0 f60"/>
              <a:gd name="f63" fmla="+- f55 f60 0"/>
              <a:gd name="f64" fmla="*/ f62 f32 1"/>
              <a:gd name="f65" fmla="*/ f63 f32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0">
                <a:pos x="f61" y="f37"/>
              </a:cxn>
              <a:cxn ang="f30">
                <a:pos x="f54" y="f57"/>
              </a:cxn>
              <a:cxn ang="f30">
                <a:pos x="f59" y="f37"/>
              </a:cxn>
              <a:cxn ang="f31">
                <a:pos x="f59" y="f41"/>
              </a:cxn>
              <a:cxn ang="f31">
                <a:pos x="f54" y="f58"/>
              </a:cxn>
              <a:cxn ang="f31">
                <a:pos x="f61" y="f41"/>
              </a:cxn>
            </a:cxnLst>
            <a:rect l="f64" t="f57" r="f65" b="f58"/>
            <a:pathLst>
              <a:path>
                <a:moveTo>
                  <a:pt x="f37" y="f53"/>
                </a:moveTo>
                <a:lnTo>
                  <a:pt x="f59" y="f37"/>
                </a:lnTo>
                <a:lnTo>
                  <a:pt x="f59" y="f57"/>
                </a:lnTo>
                <a:lnTo>
                  <a:pt x="f61" y="f57"/>
                </a:lnTo>
                <a:lnTo>
                  <a:pt x="f61" y="f37"/>
                </a:lnTo>
                <a:lnTo>
                  <a:pt x="f40" y="f53"/>
                </a:lnTo>
                <a:lnTo>
                  <a:pt x="f61" y="f41"/>
                </a:lnTo>
                <a:lnTo>
                  <a:pt x="f61" y="f58"/>
                </a:lnTo>
                <a:lnTo>
                  <a:pt x="f59" y="f58"/>
                </a:lnTo>
                <a:lnTo>
                  <a:pt x="f59" y="f41"/>
                </a:lnTo>
                <a:close/>
              </a:path>
            </a:pathLst>
          </a:custGeom>
          <a:solidFill>
            <a:srgbClr val="FF3399"/>
          </a:solidFill>
          <a:ln w="6345" cap="flat">
            <a:solidFill>
              <a:srgbClr val="ED7D31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9" name="Rectangle 27"/>
          <p:cNvSpPr/>
          <p:nvPr/>
        </p:nvSpPr>
        <p:spPr>
          <a:xfrm>
            <a:off x="7479792" y="5433456"/>
            <a:ext cx="4572000" cy="64633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   </a:t>
            </a: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proxima-nova"/>
              </a:rPr>
              <a:t> </a:t>
            </a:r>
            <a: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/>
            </a:r>
            <a:br>
              <a:rPr lang="en-US" sz="18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</a:br>
            <a:endParaRPr lang="en-US" sz="1800" b="0" i="0" u="none" strike="noStrike" kern="1200" cap="none" spc="0" baseline="0">
              <a:solidFill>
                <a:srgbClr val="FF0000"/>
              </a:solidFill>
              <a:uFillTx/>
              <a:latin typeface="Calibri"/>
            </a:endParaRPr>
          </a:p>
        </p:txBody>
      </p:sp>
      <p:pic>
        <p:nvPicPr>
          <p:cNvPr id="63" name="Picture 48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79944" y="968898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4" name="Picture 49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06470" y="1294964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5" name="Picture 50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27572" y="959754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6" name="Picture 5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35195" y="959754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7" name="Picture 5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70351" y="963978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8" name="Picture 53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070957" y="5691783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9" name="Picture 5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89372" y="4305296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0" name="Picture 5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42369" y="3083896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71" name="Picture 56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31117" y="3086401"/>
            <a:ext cx="425772" cy="38784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3" name="TextBox 58"/>
          <p:cNvSpPr txBox="1"/>
          <p:nvPr/>
        </p:nvSpPr>
        <p:spPr>
          <a:xfrm>
            <a:off x="6192015" y="5684477"/>
            <a:ext cx="1973704" cy="1015660"/>
          </a:xfrm>
          <a:prstGeom prst="rect">
            <a:avLst/>
          </a:prstGeom>
          <a:solidFill>
            <a:srgbClr val="FFFFFF"/>
          </a:solidFill>
          <a:ln w="12701" cap="flat">
            <a:solidFill>
              <a:srgbClr val="5B9BD5"/>
            </a:solidFill>
            <a:prstDash val="solid"/>
            <a:miter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While setting Time for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Clock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and </a:t>
            </a:r>
            <a:r>
              <a:rPr lang="en-US" sz="1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Alarm,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lower hours (0-11) are shown as 1 red dot </a:t>
            </a:r>
            <a:r>
              <a:rPr lang="en-US" sz="12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•</a:t>
            </a:r>
            <a:r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  and high hours (12-23) are shown as 3 red dots </a:t>
            </a:r>
            <a:r>
              <a:rPr lang="en-US" sz="1200" b="0" i="0" u="none" strike="noStrike" kern="1200" cap="none" spc="0" baseline="0">
                <a:solidFill>
                  <a:srgbClr val="FF0000"/>
                </a:solidFill>
                <a:uFillTx/>
                <a:latin typeface="Calibri"/>
              </a:rPr>
              <a:t>• • •</a:t>
            </a: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4" name="TextBox 59"/>
          <p:cNvSpPr txBox="1"/>
          <p:nvPr/>
        </p:nvSpPr>
        <p:spPr>
          <a:xfrm>
            <a:off x="2084292" y="2733772"/>
            <a:ext cx="1626059" cy="1615827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Infinity Mirror Clock</a:t>
            </a: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/>
            </a:r>
            <a:b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</a:br>
            <a:endParaRPr lang="en-US" sz="10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2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t>The User Guide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and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105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proxima-nova</vt:lpstr>
      <vt:lpstr>Standard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 Presentation</dc:title>
  <dc:subject/>
  <dc:creator>Unknown Creator</dc:creator>
  <dc:description/>
  <cp:lastModifiedBy>Yanyutin, Igor</cp:lastModifiedBy>
  <cp:revision>10</cp:revision>
  <cp:lastPrinted>2019-02-18T07:44:51Z</cp:lastPrinted>
  <dcterms:created xsi:type="dcterms:W3CDTF">2019-02-17T19:58:59Z</dcterms:created>
  <dcterms:modified xsi:type="dcterms:W3CDTF">2019-02-18T07:47:52Z</dcterms:modified>
</cp:coreProperties>
</file>